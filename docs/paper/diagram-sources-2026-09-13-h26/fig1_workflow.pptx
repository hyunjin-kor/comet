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b84a2489aa84a85" /><Relationship Type="http://schemas.openxmlformats.org/officeDocument/2006/relationships/extended-properties" Target="/docProps/app.xml" Id="Rb980bcad158340d6" /><Relationship Type="http://schemas.openxmlformats.org/officeDocument/2006/relationships/officeDocument" Target="/ppt/presentation.xml" Id="R5d27f7ef4def44ea" /></Relationships>
</file>

<file path=ppt/presentation.xml><?xml version="1.0" encoding="utf-8"?>
<p:presentation xmlns:p="http://schemas.openxmlformats.org/presentationml/2006/main">
  <p:sldMasterIdLst>
    <p:sldMasterId xmlns:r="http://schemas.openxmlformats.org/officeDocument/2006/relationships" id="2147483648" r:id="Ra88b436b6c1549de"/>
  </p:sldMasterIdLst>
  <p:notesMasterIdLst>
    <p:notesMasterId xmlns:r="http://schemas.openxmlformats.org/officeDocument/2006/relationships" r:id="Rfb22fa0d11c84658"/>
  </p:notesMasterIdLst>
  <p:sldIdLst>
    <p:sldId xmlns:r="http://schemas.openxmlformats.org/officeDocument/2006/relationships" id="256" r:id="R3c8f3efbf5dc4159"/>
    <p:sldId xmlns:r="http://schemas.openxmlformats.org/officeDocument/2006/relationships" id="257" r:id="Rc6e3335dbd1245c5"/>
  </p:sldIdLst>
  <p:sldSz cx="6408000" cy="3672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b0087656ccb4164" /><Relationship Type="http://schemas.openxmlformats.org/officeDocument/2006/relationships/slideMaster" Target="/ppt/slideMasters/slideMaster1.xml" Id="Ra88b436b6c1549de" /><Relationship Type="http://schemas.openxmlformats.org/officeDocument/2006/relationships/notesMaster" Target="/ppt/notesMasters/notesMaster1.xml" Id="Rfb22fa0d11c84658" /><Relationship Type="http://schemas.openxmlformats.org/officeDocument/2006/relationships/presProps" Target="/ppt/presProps.xml" Id="R0093d7877f4646be" /><Relationship Type="http://schemas.openxmlformats.org/officeDocument/2006/relationships/tableStyles" Target="/ppt/tableStyles.xml" Id="Ref96066b414a40ce" /><Relationship Type="http://schemas.openxmlformats.org/officeDocument/2006/relationships/slide" Target="/ppt/slides/slide1.xml" Id="R3c8f3efbf5dc4159" /><Relationship Type="http://schemas.openxmlformats.org/officeDocument/2006/relationships/slide" Target="/ppt/slides/slide2.xml" Id="Rc6e3335dbd1245c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1508c1dc64b4a7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1cfa642fbf34fe1" /><Relationship Type="http://schemas.openxmlformats.org/officeDocument/2006/relationships/notesMaster" Target="/ppt/notesMasters/notesMaster1.xml" Id="R19c6dfca5be9434f" /></Relationships>
</file>

<file path=ppt/notesSlides/_rels/notesSlide2.xml.rels>&#65279;<?xml version="1.0" encoding="utf-8"?><Relationships xmlns="http://schemas.openxmlformats.org/package/2006/relationships"><Relationship Type="http://schemas.openxmlformats.org/officeDocument/2006/relationships/slide" Target="/ppt/slides/slide2.xml" Id="R198f10ae4c4a49e6" /><Relationship Type="http://schemas.openxmlformats.org/officeDocument/2006/relationships/notesMaster" Target="/ppt/notesMasters/notesMaster1.xml" Id="R966aa06323ec4b4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COMET Figure 1, September 13, 2026. Upper workflow artwork and labels retained from H24. The old record strip is hidden using native PowerPoint picture cropping. Four larger conceptual record illustrations were generated with the built-in OpenAI image-generation tool using the upper artwork as a style reference. Original PNG bytes are embedded unchanged. Labels and record connectors are native PowerPoint objects. Illustrative report marks are schematic, not measured data. See artwork/fig1_records.prompt.md, artwork-provenance.json and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COMET Figure 1, September 13, 2026. Upper workflow artwork and labels retained from H24. The old record strip is hidden using native PowerPoint picture cropping. Four larger conceptual record illustrations were generated with the built-in OpenAI image-generation tool using the upper artwork as a style reference. Original PNG bytes are embedded unchanged. Labels and record connectors are native PowerPoint objects. Illustrative report marks are schematic, not measured data. See artwork/fig1_records.prompt.md, artwork-provenance.json and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62dbeb848b14d6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ea72f41cfba49f9" /><Relationship Type="http://schemas.openxmlformats.org/officeDocument/2006/relationships/slideLayout" Target="/ppt/slideLayouts/slideLayout1.xml" Id="Re679a8783b4e417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679a8783b4e417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56df697cc744c41" /><Relationship Type="http://schemas.openxmlformats.org/officeDocument/2006/relationships/image" Target="/ppt/media/image.png" Id="Rc3c09e098c394a81" /><Relationship Type="http://schemas.openxmlformats.org/officeDocument/2006/relationships/image" Target="/ppt/media/image2.png" Id="Rf877bd41fc444a7e" /><Relationship Type="http://schemas.openxmlformats.org/officeDocument/2006/relationships/notesSlide" Target="/ppt/notesSlides/notesSlide1.xml" Id="R2bb43c4aa19340d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cf4762e001b4b53" /><Relationship Type="http://schemas.openxmlformats.org/officeDocument/2006/relationships/image" Target="/ppt/media/image3.png" Id="R654f31378fc84092" /><Relationship Type="http://schemas.openxmlformats.org/officeDocument/2006/relationships/image" Target="/ppt/media/image4.png" Id="Rffb34e35b74f440c" /><Relationship Type="http://schemas.openxmlformats.org/officeDocument/2006/relationships/notesSlide" Target="/ppt/notesSlides/notesSlide2.xml" Id="Rf41f2451309443bd"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background">
            <a:extLst xmlns:a="http://schemas.openxmlformats.org/drawingml/2006/main">
              <a:ext uri="{FF2B5EF4-FFF2-40B4-BE49-F238E27FC236}">
                <a16:creationId xmlns:a16="http://schemas.microsoft.com/office/drawing/2014/main" id="{815A25C3-8E0A-4DB8-8F1F-484F0157D070}"/>
              </a:ext>
            </a:extLst>
          </p:cNvPr>
          <p:cNvSpPr>
            <a:spLocks xmlns:a="http://schemas.openxmlformats.org/drawingml/2006/main"/>
          </p:cNvSpPr>
          <p:nvPr/>
        </p:nvSpPr>
        <p:spPr>
          <a:xfrm xmlns:a="http://schemas.openxmlformats.org/drawingml/2006/main">
            <a:off x="0" y="0"/>
            <a:ext cx="6408000" cy="367200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20" name="upper-workflow-art"/>
          <p:cNvPicPr>
            <a:picLocks xmlns:a="http://schemas.openxmlformats.org/drawingml/2006/main" noChangeAspect="1"/>
          </p:cNvPicPr>
          <p:nvPr/>
        </p:nvPicPr>
        <p:blipFill>
          <a:blip xmlns:r="http://schemas.openxmlformats.org/officeDocument/2006/relationships" xmlns:a="http://schemas.openxmlformats.org/drawingml/2006/main" r:embed="Rc3c09e098c394a81"/>
          <a:srcRect xmlns:a="http://schemas.openxmlformats.org/drawingml/2006/main" l="0" t="0" r="0" b="21127"/>
          <a:stretch xmlns:a="http://schemas.openxmlformats.org/drawingml/2006/main">
            <a:fillRect l="0" t="0" r="0" b="0"/>
          </a:stretch>
        </p:blipFill>
        <p:spPr>
          <a:xfrm xmlns:a="http://schemas.openxmlformats.org/drawingml/2006/main">
            <a:off x="0" y="0"/>
            <a:ext cx="6408000" cy="1872000"/>
          </a:xfrm>
          <a:prstGeom xmlns:a="http://schemas.openxmlformats.org/drawingml/2006/main" prst="rect">
            <a:avLst/>
          </a:prstGeom>
        </p:spPr>
      </p:pic>
      <p:sp>
        <p:nvSpPr>
          <p:cNvPr id="3" name="stage-0">
            <a:extLst xmlns:a="http://schemas.openxmlformats.org/drawingml/2006/main">
              <a:ext uri="{FF2B5EF4-FFF2-40B4-BE49-F238E27FC236}">
                <a16:creationId xmlns:a16="http://schemas.microsoft.com/office/drawing/2014/main" id="{9B80DB83-D5E7-45CB-9BD8-22E024103A57}"/>
              </a:ext>
            </a:extLst>
          </p:cNvPr>
          <p:cNvSpPr>
            <a:spLocks xmlns:a="http://schemas.openxmlformats.org/drawingml/2006/main"/>
          </p:cNvSpPr>
          <p:nvPr/>
        </p:nvSpPr>
        <p:spPr>
          <a:xfrm xmlns:a="http://schemas.openxmlformats.org/drawingml/2006/main">
            <a:off x="14400" y="198000"/>
            <a:ext cx="1224000" cy="1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50" b="1">
                <a:solidFill>
                  <a:srgbClr val="1F2A30"/>
                </a:solidFill>
                <a:latin typeface="Arial"/>
                <a:ea typeface="Arial"/>
                <a:cs typeface="Arial"/>
              </a:defRPr>
            </a:pPr>
            <a:r>
              <a:rPr sz="950" b="1">
                <a:solidFill>
                  <a:srgbClr val="1F2A30"/>
                </a:solidFill>
                <a:latin typeface="Arial"/>
                <a:ea typeface="Arial"/>
                <a:cs typeface="Arial"/>
              </a:rPr>
              <a:t>Input data</a:t>
            </a:r>
          </a:p>
        </p:txBody>
      </p:sp>
      <p:sp>
        <p:nvSpPr>
          <p:cNvPr id="4" name="stage-1">
            <a:extLst xmlns:a="http://schemas.openxmlformats.org/drawingml/2006/main">
              <a:ext uri="{FF2B5EF4-FFF2-40B4-BE49-F238E27FC236}">
                <a16:creationId xmlns:a16="http://schemas.microsoft.com/office/drawing/2014/main" id="{07D54654-382A-4C4F-A7D4-6F9738402585}"/>
              </a:ext>
            </a:extLst>
          </p:cNvPr>
          <p:cNvSpPr>
            <a:spLocks xmlns:a="http://schemas.openxmlformats.org/drawingml/2006/main"/>
          </p:cNvSpPr>
          <p:nvPr/>
        </p:nvSpPr>
        <p:spPr>
          <a:xfrm xmlns:a="http://schemas.openxmlformats.org/drawingml/2006/main">
            <a:off x="1260000" y="198000"/>
            <a:ext cx="1224000" cy="1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50" b="1">
                <a:solidFill>
                  <a:srgbClr val="1F2A30"/>
                </a:solidFill>
                <a:latin typeface="Arial"/>
                <a:ea typeface="Arial"/>
                <a:cs typeface="Arial"/>
              </a:defRPr>
            </a:pPr>
            <a:r>
              <a:rPr sz="950" b="1">
                <a:solidFill>
                  <a:srgbClr val="1F2A30"/>
                </a:solidFill>
                <a:latin typeface="Arial"/>
                <a:ea typeface="Arial"/>
                <a:cs typeface="Arial"/>
              </a:rPr>
              <a:t>Price basis</a:t>
            </a:r>
          </a:p>
        </p:txBody>
      </p:sp>
      <p:sp>
        <p:nvSpPr>
          <p:cNvPr id="5" name="stage-2">
            <a:extLst xmlns:a="http://schemas.openxmlformats.org/drawingml/2006/main">
              <a:ext uri="{FF2B5EF4-FFF2-40B4-BE49-F238E27FC236}">
                <a16:creationId xmlns:a16="http://schemas.microsoft.com/office/drawing/2014/main" id="{B0C5729C-216E-43FA-82A7-D70AE4E9EF4B}"/>
              </a:ext>
            </a:extLst>
          </p:cNvPr>
          <p:cNvSpPr>
            <a:spLocks xmlns:a="http://schemas.openxmlformats.org/drawingml/2006/main"/>
          </p:cNvSpPr>
          <p:nvPr/>
        </p:nvSpPr>
        <p:spPr>
          <a:xfrm xmlns:a="http://schemas.openxmlformats.org/drawingml/2006/main">
            <a:off x="2592000" y="198000"/>
            <a:ext cx="1224000" cy="1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50" b="1">
                <a:solidFill>
                  <a:srgbClr val="1F2A30"/>
                </a:solidFill>
                <a:latin typeface="Arial"/>
                <a:ea typeface="Arial"/>
                <a:cs typeface="Arial"/>
              </a:defRPr>
            </a:pPr>
            <a:r>
              <a:rPr sz="950" b="1">
                <a:solidFill>
                  <a:srgbClr val="1F2A30"/>
                </a:solidFill>
                <a:latin typeface="Arial"/>
                <a:ea typeface="Arial"/>
                <a:cs typeface="Arial"/>
              </a:rPr>
              <a:t>Cost estimation</a:t>
            </a:r>
          </a:p>
        </p:txBody>
      </p:sp>
      <p:sp>
        <p:nvSpPr>
          <p:cNvPr id="6" name="stage-3">
            <a:extLst xmlns:a="http://schemas.openxmlformats.org/drawingml/2006/main">
              <a:ext uri="{FF2B5EF4-FFF2-40B4-BE49-F238E27FC236}">
                <a16:creationId xmlns:a16="http://schemas.microsoft.com/office/drawing/2014/main" id="{B5215FF8-0D76-405E-BCF5-5CCF5A977676}"/>
              </a:ext>
            </a:extLst>
          </p:cNvPr>
          <p:cNvSpPr>
            <a:spLocks xmlns:a="http://schemas.openxmlformats.org/drawingml/2006/main"/>
          </p:cNvSpPr>
          <p:nvPr/>
        </p:nvSpPr>
        <p:spPr>
          <a:xfrm xmlns:a="http://schemas.openxmlformats.org/drawingml/2006/main">
            <a:off x="3909600" y="198000"/>
            <a:ext cx="1224000" cy="1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50" b="1">
                <a:solidFill>
                  <a:srgbClr val="1F2A30"/>
                </a:solidFill>
                <a:latin typeface="Arial"/>
                <a:ea typeface="Arial"/>
                <a:cs typeface="Arial"/>
              </a:defRPr>
            </a:pPr>
            <a:r>
              <a:rPr sz="950" b="1">
                <a:solidFill>
                  <a:srgbClr val="1F2A30"/>
                </a:solidFill>
                <a:latin typeface="Arial"/>
                <a:ea typeface="Arial"/>
                <a:cs typeface="Arial"/>
              </a:rPr>
              <a:t>Cost breakdown</a:t>
            </a:r>
          </a:p>
        </p:txBody>
      </p:sp>
      <p:sp>
        <p:nvSpPr>
          <p:cNvPr id="7" name="stage-4">
            <a:extLst xmlns:a="http://schemas.openxmlformats.org/drawingml/2006/main">
              <a:ext uri="{FF2B5EF4-FFF2-40B4-BE49-F238E27FC236}">
                <a16:creationId xmlns:a16="http://schemas.microsoft.com/office/drawing/2014/main" id="{7C204AE5-62FA-42DF-B45D-7C638BD51A02}"/>
              </a:ext>
            </a:extLst>
          </p:cNvPr>
          <p:cNvSpPr>
            <a:spLocks xmlns:a="http://schemas.openxmlformats.org/drawingml/2006/main"/>
          </p:cNvSpPr>
          <p:nvPr/>
        </p:nvSpPr>
        <p:spPr>
          <a:xfrm xmlns:a="http://schemas.openxmlformats.org/drawingml/2006/main">
            <a:off x="5162400" y="198000"/>
            <a:ext cx="1224000" cy="1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50" b="1">
                <a:solidFill>
                  <a:srgbClr val="1F2A30"/>
                </a:solidFill>
                <a:latin typeface="Arial"/>
                <a:ea typeface="Arial"/>
                <a:cs typeface="Arial"/>
              </a:defRPr>
            </a:pPr>
            <a:r>
              <a:rPr sz="950" b="1">
                <a:solidFill>
                  <a:srgbClr val="1F2A30"/>
                </a:solidFill>
                <a:latin typeface="Arial"/>
                <a:ea typeface="Arial"/>
                <a:cs typeface="Arial"/>
              </a:rPr>
              <a:t>Candidate ranking</a:t>
            </a:r>
          </a:p>
        </p:txBody>
      </p:sp>
      <p:sp>
        <p:nvSpPr>
          <p:cNvPr id="8" name="shared-record-link">
            <a:extLst xmlns:a="http://schemas.openxmlformats.org/drawingml/2006/main">
              <a:ext uri="{FF2B5EF4-FFF2-40B4-BE49-F238E27FC236}">
                <a16:creationId xmlns:a16="http://schemas.microsoft.com/office/drawing/2014/main" id="{A320BC2D-74A0-4FF1-82B5-EB27591B4CC2}"/>
              </a:ext>
            </a:extLst>
          </p:cNvPr>
          <p:cNvSpPr>
            <a:spLocks xmlns:a="http://schemas.openxmlformats.org/drawingml/2006/main"/>
          </p:cNvSpPr>
          <p:nvPr/>
        </p:nvSpPr>
        <p:spPr>
          <a:xfrm xmlns:a="http://schemas.openxmlformats.org/drawingml/2006/main">
            <a:off x="3204000" y="1872000"/>
            <a:ext cx="0" cy="90000"/>
          </a:xfrm>
          <a:prstGeom xmlns:a="http://schemas.openxmlformats.org/drawingml/2006/main" prst="line">
            <a:avLst/>
          </a:prstGeom>
          <a:noFill xmlns:a="http://schemas.openxmlformats.org/drawingml/2006/main"/>
          <a:ln xmlns:a="http://schemas.openxmlformats.org/drawingml/2006/main" w="7620">
            <a:solidFill>
              <a:srgbClr val="4BA0B4"/>
            </a:solidFill>
          </a:ln>
        </p:spPr>
      </p:sp>
      <p:sp>
        <p:nvSpPr>
          <p:cNvPr id="9" name="record-branches">
            <a:extLst xmlns:a="http://schemas.openxmlformats.org/drawingml/2006/main">
              <a:ext uri="{FF2B5EF4-FFF2-40B4-BE49-F238E27FC236}">
                <a16:creationId xmlns:a16="http://schemas.microsoft.com/office/drawing/2014/main" id="{97FA09DE-2AAE-4618-898C-1CA578EC9A0F}"/>
              </a:ext>
            </a:extLst>
          </p:cNvPr>
          <p:cNvSpPr>
            <a:spLocks xmlns:a="http://schemas.openxmlformats.org/drawingml/2006/main"/>
          </p:cNvSpPr>
          <p:nvPr/>
        </p:nvSpPr>
        <p:spPr>
          <a:xfrm xmlns:a="http://schemas.openxmlformats.org/drawingml/2006/main">
            <a:off x="963000" y="1962000"/>
            <a:ext cx="4482000" cy="0"/>
          </a:xfrm>
          <a:prstGeom xmlns:a="http://schemas.openxmlformats.org/drawingml/2006/main" prst="line">
            <a:avLst/>
          </a:prstGeom>
          <a:noFill xmlns:a="http://schemas.openxmlformats.org/drawingml/2006/main"/>
          <a:ln xmlns:a="http://schemas.openxmlformats.org/drawingml/2006/main" w="7620">
            <a:solidFill>
              <a:srgbClr val="4BA0B4"/>
            </a:solidFill>
          </a:ln>
        </p:spPr>
      </p:sp>
      <p:sp>
        <p:nvSpPr>
          <p:cNvPr id="10" name="record-link-0">
            <a:extLst xmlns:a="http://schemas.openxmlformats.org/drawingml/2006/main">
              <a:ext uri="{FF2B5EF4-FFF2-40B4-BE49-F238E27FC236}">
                <a16:creationId xmlns:a16="http://schemas.microsoft.com/office/drawing/2014/main" id="{AFCBCB19-D8C4-4B05-850F-6B8D17995A87}"/>
              </a:ext>
            </a:extLst>
          </p:cNvPr>
          <p:cNvSpPr>
            <a:spLocks xmlns:a="http://schemas.openxmlformats.org/drawingml/2006/main"/>
          </p:cNvSpPr>
          <p:nvPr/>
        </p:nvSpPr>
        <p:spPr>
          <a:xfrm xmlns:a="http://schemas.openxmlformats.org/drawingml/2006/main">
            <a:off x="963000" y="1962000"/>
            <a:ext cx="0" cy="72000"/>
          </a:xfrm>
          <a:prstGeom xmlns:a="http://schemas.openxmlformats.org/drawingml/2006/main" prst="line">
            <a:avLst/>
          </a:prstGeom>
          <a:noFill xmlns:a="http://schemas.openxmlformats.org/drawingml/2006/main"/>
          <a:ln xmlns:a="http://schemas.openxmlformats.org/drawingml/2006/main" w="7620">
            <a:solidFill>
              <a:srgbClr val="4BA0B4"/>
            </a:solidFill>
          </a:ln>
        </p:spPr>
      </p:sp>
      <p:sp>
        <p:nvSpPr>
          <p:cNvPr id="11" name="record-link-1">
            <a:extLst xmlns:a="http://schemas.openxmlformats.org/drawingml/2006/main">
              <a:ext uri="{FF2B5EF4-FFF2-40B4-BE49-F238E27FC236}">
                <a16:creationId xmlns:a16="http://schemas.microsoft.com/office/drawing/2014/main" id="{21DA155B-9C5E-42E5-A2DB-B01AECF1AEB5}"/>
              </a:ext>
            </a:extLst>
          </p:cNvPr>
          <p:cNvSpPr>
            <a:spLocks xmlns:a="http://schemas.openxmlformats.org/drawingml/2006/main"/>
          </p:cNvSpPr>
          <p:nvPr/>
        </p:nvSpPr>
        <p:spPr>
          <a:xfrm xmlns:a="http://schemas.openxmlformats.org/drawingml/2006/main">
            <a:off x="2457000" y="1962000"/>
            <a:ext cx="0" cy="72000"/>
          </a:xfrm>
          <a:prstGeom xmlns:a="http://schemas.openxmlformats.org/drawingml/2006/main" prst="line">
            <a:avLst/>
          </a:prstGeom>
          <a:noFill xmlns:a="http://schemas.openxmlformats.org/drawingml/2006/main"/>
          <a:ln xmlns:a="http://schemas.openxmlformats.org/drawingml/2006/main" w="7620">
            <a:solidFill>
              <a:srgbClr val="4BA0B4"/>
            </a:solidFill>
          </a:ln>
        </p:spPr>
      </p:sp>
      <p:sp>
        <p:nvSpPr>
          <p:cNvPr id="12" name="record-link-2">
            <a:extLst xmlns:a="http://schemas.openxmlformats.org/drawingml/2006/main">
              <a:ext uri="{FF2B5EF4-FFF2-40B4-BE49-F238E27FC236}">
                <a16:creationId xmlns:a16="http://schemas.microsoft.com/office/drawing/2014/main" id="{749CED68-8C1C-4F74-AC5A-6FE50B35A67F}"/>
              </a:ext>
            </a:extLst>
          </p:cNvPr>
          <p:cNvSpPr>
            <a:spLocks xmlns:a="http://schemas.openxmlformats.org/drawingml/2006/main"/>
          </p:cNvSpPr>
          <p:nvPr/>
        </p:nvSpPr>
        <p:spPr>
          <a:xfrm xmlns:a="http://schemas.openxmlformats.org/drawingml/2006/main">
            <a:off x="3951000" y="1962000"/>
            <a:ext cx="0" cy="72000"/>
          </a:xfrm>
          <a:prstGeom xmlns:a="http://schemas.openxmlformats.org/drawingml/2006/main" prst="line">
            <a:avLst/>
          </a:prstGeom>
          <a:noFill xmlns:a="http://schemas.openxmlformats.org/drawingml/2006/main"/>
          <a:ln xmlns:a="http://schemas.openxmlformats.org/drawingml/2006/main" w="7620">
            <a:solidFill>
              <a:srgbClr val="4BA0B4"/>
            </a:solidFill>
          </a:ln>
        </p:spPr>
      </p:sp>
      <p:sp>
        <p:nvSpPr>
          <p:cNvPr id="13" name="record-link-3">
            <a:extLst xmlns:a="http://schemas.openxmlformats.org/drawingml/2006/main">
              <a:ext uri="{FF2B5EF4-FFF2-40B4-BE49-F238E27FC236}">
                <a16:creationId xmlns:a16="http://schemas.microsoft.com/office/drawing/2014/main" id="{761CA603-10EB-46CF-AB7D-A658EA86A21A}"/>
              </a:ext>
            </a:extLst>
          </p:cNvPr>
          <p:cNvSpPr>
            <a:spLocks xmlns:a="http://schemas.openxmlformats.org/drawingml/2006/main"/>
          </p:cNvSpPr>
          <p:nvPr/>
        </p:nvSpPr>
        <p:spPr>
          <a:xfrm xmlns:a="http://schemas.openxmlformats.org/drawingml/2006/main">
            <a:off x="5445000" y="1962000"/>
            <a:ext cx="0" cy="72000"/>
          </a:xfrm>
          <a:prstGeom xmlns:a="http://schemas.openxmlformats.org/drawingml/2006/main" prst="line">
            <a:avLst/>
          </a:prstGeom>
          <a:noFill xmlns:a="http://schemas.openxmlformats.org/drawingml/2006/main"/>
          <a:ln xmlns:a="http://schemas.openxmlformats.org/drawingml/2006/main" w="7620">
            <a:solidFill>
              <a:srgbClr val="4BA0B4"/>
            </a:solidFill>
          </a:ln>
        </p:spPr>
      </p:sp>
      <p:pic>
        <p:nvPicPr>
          <p:cNvPr id="32" name="record-illustrations"/>
          <p:cNvPicPr>
            <a:picLocks xmlns:a="http://schemas.openxmlformats.org/drawingml/2006/main" noChangeAspect="1"/>
          </p:cNvPicPr>
          <p:nvPr/>
        </p:nvPicPr>
        <p:blipFill>
          <a:blip xmlns:r="http://schemas.openxmlformats.org/officeDocument/2006/relationships" xmlns:a="http://schemas.openxmlformats.org/drawingml/2006/main" r:embed="Rf877bd41fc444a7e"/>
          <a:srcRect xmlns:a="http://schemas.openxmlformats.org/drawingml/2006/main" l="0" t="16000" r="0" b="17000"/>
          <a:stretch xmlns:a="http://schemas.openxmlformats.org/drawingml/2006/main">
            <a:fillRect l="0" t="0" r="0" b="0"/>
          </a:stretch>
        </p:blipFill>
        <p:spPr>
          <a:xfrm xmlns:a="http://schemas.openxmlformats.org/drawingml/2006/main">
            <a:off x="216000" y="2034000"/>
            <a:ext cx="5976000" cy="1334640"/>
          </a:xfrm>
          <a:prstGeom xmlns:a="http://schemas.openxmlformats.org/drawingml/2006/main" prst="rect">
            <a:avLst/>
          </a:prstGeom>
        </p:spPr>
      </p:pic>
      <p:sp>
        <p:nvSpPr>
          <p:cNvPr id="15" name="record-0">
            <a:extLst xmlns:a="http://schemas.openxmlformats.org/drawingml/2006/main">
              <a:ext uri="{FF2B5EF4-FFF2-40B4-BE49-F238E27FC236}">
                <a16:creationId xmlns:a16="http://schemas.microsoft.com/office/drawing/2014/main" id="{A5086399-88DB-4A4F-ACC1-138DF5A6354D}"/>
              </a:ext>
            </a:extLst>
          </p:cNvPr>
          <p:cNvSpPr>
            <a:spLocks xmlns:a="http://schemas.openxmlformats.org/drawingml/2006/main"/>
          </p:cNvSpPr>
          <p:nvPr/>
        </p:nvSpPr>
        <p:spPr>
          <a:xfrm xmlns:a="http://schemas.openxmlformats.org/drawingml/2006/main">
            <a:off x="225000" y="3384000"/>
            <a:ext cx="14760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050" b="1">
                <a:solidFill>
                  <a:srgbClr val="1F2A30"/>
                </a:solidFill>
                <a:latin typeface="Arial"/>
                <a:ea typeface="Arial"/>
                <a:cs typeface="Arial"/>
              </a:defRPr>
            </a:pPr>
            <a:r>
              <a:rPr sz="1050" b="1">
                <a:solidFill>
                  <a:srgbClr val="1F2A30"/>
                </a:solidFill>
                <a:latin typeface="Arial"/>
                <a:ea typeface="Arial"/>
                <a:cs typeface="Arial"/>
              </a:rPr>
              <a:t>Analysis record</a:t>
            </a:r>
          </a:p>
        </p:txBody>
      </p:sp>
      <p:sp>
        <p:nvSpPr>
          <p:cNvPr id="16" name="record-1">
            <a:extLst xmlns:a="http://schemas.openxmlformats.org/drawingml/2006/main">
              <a:ext uri="{FF2B5EF4-FFF2-40B4-BE49-F238E27FC236}">
                <a16:creationId xmlns:a16="http://schemas.microsoft.com/office/drawing/2014/main" id="{ECADD67F-7E5C-4130-98FB-5D219F3F05B6}"/>
              </a:ext>
            </a:extLst>
          </p:cNvPr>
          <p:cNvSpPr>
            <a:spLocks xmlns:a="http://schemas.openxmlformats.org/drawingml/2006/main"/>
          </p:cNvSpPr>
          <p:nvPr/>
        </p:nvSpPr>
        <p:spPr>
          <a:xfrm xmlns:a="http://schemas.openxmlformats.org/drawingml/2006/main">
            <a:off x="1719000" y="3384000"/>
            <a:ext cx="14760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050" b="1">
                <a:solidFill>
                  <a:srgbClr val="1F2A30"/>
                </a:solidFill>
                <a:latin typeface="Arial"/>
                <a:ea typeface="Arial"/>
                <a:cs typeface="Arial"/>
              </a:defRPr>
            </a:pPr>
            <a:r>
              <a:rPr sz="1050" b="1">
                <a:solidFill>
                  <a:srgbClr val="1F2A30"/>
                </a:solidFill>
                <a:latin typeface="Arial"/>
                <a:ea typeface="Arial"/>
                <a:cs typeface="Arial"/>
              </a:rPr>
              <a:t>Data sources</a:t>
            </a:r>
          </a:p>
        </p:txBody>
      </p:sp>
      <p:sp>
        <p:nvSpPr>
          <p:cNvPr id="17" name="record-2">
            <a:extLst xmlns:a="http://schemas.openxmlformats.org/drawingml/2006/main">
              <a:ext uri="{FF2B5EF4-FFF2-40B4-BE49-F238E27FC236}">
                <a16:creationId xmlns:a16="http://schemas.microsoft.com/office/drawing/2014/main" id="{8F07691B-FB09-4913-9B8D-20ABA3C008C0}"/>
              </a:ext>
            </a:extLst>
          </p:cNvPr>
          <p:cNvSpPr>
            <a:spLocks xmlns:a="http://schemas.openxmlformats.org/drawingml/2006/main"/>
          </p:cNvSpPr>
          <p:nvPr/>
        </p:nvSpPr>
        <p:spPr>
          <a:xfrm xmlns:a="http://schemas.openxmlformats.org/drawingml/2006/main">
            <a:off x="3213000" y="3384000"/>
            <a:ext cx="14760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050" b="1">
                <a:solidFill>
                  <a:srgbClr val="1F2A30"/>
                </a:solidFill>
                <a:latin typeface="Arial"/>
                <a:ea typeface="Arial"/>
                <a:cs typeface="Arial"/>
              </a:defRPr>
            </a:pPr>
            <a:r>
              <a:rPr sz="1050" b="1">
                <a:solidFill>
                  <a:srgbClr val="1F2A30"/>
                </a:solidFill>
                <a:latin typeface="Arial"/>
                <a:ea typeface="Arial"/>
                <a:cs typeface="Arial"/>
              </a:rPr>
              <a:t>Model assumptions</a:t>
            </a:r>
          </a:p>
        </p:txBody>
      </p:sp>
      <p:sp>
        <p:nvSpPr>
          <p:cNvPr id="18" name="record-3">
            <a:extLst xmlns:a="http://schemas.openxmlformats.org/drawingml/2006/main">
              <a:ext uri="{FF2B5EF4-FFF2-40B4-BE49-F238E27FC236}">
                <a16:creationId xmlns:a16="http://schemas.microsoft.com/office/drawing/2014/main" id="{4DE88ADE-F6F4-4552-96E3-60A5CF8F625A}"/>
              </a:ext>
            </a:extLst>
          </p:cNvPr>
          <p:cNvSpPr>
            <a:spLocks xmlns:a="http://schemas.openxmlformats.org/drawingml/2006/main"/>
          </p:cNvSpPr>
          <p:nvPr/>
        </p:nvSpPr>
        <p:spPr>
          <a:xfrm xmlns:a="http://schemas.openxmlformats.org/drawingml/2006/main">
            <a:off x="4707000" y="3384000"/>
            <a:ext cx="14760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050" b="1">
                <a:solidFill>
                  <a:srgbClr val="1F2A30"/>
                </a:solidFill>
                <a:latin typeface="Arial"/>
                <a:ea typeface="Arial"/>
                <a:cs typeface="Arial"/>
              </a:defRPr>
            </a:pPr>
            <a:r>
              <a:rPr sz="1050" b="1">
                <a:solidFill>
                  <a:srgbClr val="1F2A30"/>
                </a:solidFill>
                <a:latin typeface="Arial"/>
                <a:ea typeface="Arial"/>
                <a:cs typeface="Arial"/>
              </a:rPr>
              <a:t>Reproducibility</a:t>
            </a:r>
          </a:p>
        </p:txBody>
      </p:sp>
    </p:spTree>
    <p:extLst>
      <p:ext uri="{BB962C8B-B14F-4D97-AF65-F5344CB8AC3E}">
        <p14:creationId xmlns:p14="http://schemas.microsoft.com/office/powerpoint/2010/main" val="32738519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background">
            <a:extLst xmlns:a="http://schemas.openxmlformats.org/drawingml/2006/main">
              <a:ext uri="{FF2B5EF4-FFF2-40B4-BE49-F238E27FC236}">
                <a16:creationId xmlns:a16="http://schemas.microsoft.com/office/drawing/2014/main" id="{F81DC3F5-EB6E-4036-A428-A8A16FA4A6D7}"/>
              </a:ext>
            </a:extLst>
          </p:cNvPr>
          <p:cNvSpPr>
            <a:spLocks xmlns:a="http://schemas.openxmlformats.org/drawingml/2006/main"/>
          </p:cNvSpPr>
          <p:nvPr/>
        </p:nvSpPr>
        <p:spPr>
          <a:xfrm xmlns:a="http://schemas.openxmlformats.org/drawingml/2006/main">
            <a:off x="0" y="0"/>
            <a:ext cx="6408000" cy="367200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20" name="upper-workflow-art"/>
          <p:cNvPicPr>
            <a:picLocks xmlns:a="http://schemas.openxmlformats.org/drawingml/2006/main" noChangeAspect="1"/>
          </p:cNvPicPr>
          <p:nvPr/>
        </p:nvPicPr>
        <p:blipFill>
          <a:blip xmlns:r="http://schemas.openxmlformats.org/officeDocument/2006/relationships" xmlns:a="http://schemas.openxmlformats.org/drawingml/2006/main" r:embed="R654f31378fc84092"/>
          <a:srcRect xmlns:a="http://schemas.openxmlformats.org/drawingml/2006/main" l="0" t="0" r="0" b="21127"/>
          <a:stretch xmlns:a="http://schemas.openxmlformats.org/drawingml/2006/main">
            <a:fillRect l="0" t="0" r="0" b="0"/>
          </a:stretch>
        </p:blipFill>
        <p:spPr>
          <a:xfrm xmlns:a="http://schemas.openxmlformats.org/drawingml/2006/main">
            <a:off x="0" y="0"/>
            <a:ext cx="6408000" cy="1872000"/>
          </a:xfrm>
          <a:prstGeom xmlns:a="http://schemas.openxmlformats.org/drawingml/2006/main" prst="rect">
            <a:avLst/>
          </a:prstGeom>
        </p:spPr>
      </p:pic>
      <p:sp>
        <p:nvSpPr>
          <p:cNvPr id="3" name="stage-0">
            <a:extLst xmlns:a="http://schemas.openxmlformats.org/drawingml/2006/main">
              <a:ext uri="{FF2B5EF4-FFF2-40B4-BE49-F238E27FC236}">
                <a16:creationId xmlns:a16="http://schemas.microsoft.com/office/drawing/2014/main" id="{9BB6DF41-5200-4221-A13B-FD0BA743A0D6}"/>
              </a:ext>
            </a:extLst>
          </p:cNvPr>
          <p:cNvSpPr>
            <a:spLocks xmlns:a="http://schemas.openxmlformats.org/drawingml/2006/main"/>
          </p:cNvSpPr>
          <p:nvPr/>
        </p:nvSpPr>
        <p:spPr>
          <a:xfrm xmlns:a="http://schemas.openxmlformats.org/drawingml/2006/main">
            <a:off x="14400" y="198000"/>
            <a:ext cx="1224000" cy="1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50" b="1">
                <a:solidFill>
                  <a:srgbClr val="1F2A30"/>
                </a:solidFill>
                <a:latin typeface="Malgun Gothic"/>
                <a:ea typeface="Malgun Gothic"/>
                <a:cs typeface="Malgun Gothic"/>
              </a:defRPr>
            </a:pPr>
            <a:r>
              <a:rPr sz="950" b="1">
                <a:solidFill>
                  <a:srgbClr val="1F2A30"/>
                </a:solidFill>
                <a:latin typeface="Malgun Gothic"/>
                <a:ea typeface="Malgun Gothic"/>
                <a:cs typeface="Malgun Gothic"/>
              </a:rPr>
              <a:t>입력 데이터</a:t>
            </a:r>
          </a:p>
        </p:txBody>
      </p:sp>
      <p:sp>
        <p:nvSpPr>
          <p:cNvPr id="4" name="stage-1">
            <a:extLst xmlns:a="http://schemas.openxmlformats.org/drawingml/2006/main">
              <a:ext uri="{FF2B5EF4-FFF2-40B4-BE49-F238E27FC236}">
                <a16:creationId xmlns:a16="http://schemas.microsoft.com/office/drawing/2014/main" id="{00408A13-9EB3-47CF-975E-0D377858FB01}"/>
              </a:ext>
            </a:extLst>
          </p:cNvPr>
          <p:cNvSpPr>
            <a:spLocks xmlns:a="http://schemas.openxmlformats.org/drawingml/2006/main"/>
          </p:cNvSpPr>
          <p:nvPr/>
        </p:nvSpPr>
        <p:spPr>
          <a:xfrm xmlns:a="http://schemas.openxmlformats.org/drawingml/2006/main">
            <a:off x="1260000" y="198000"/>
            <a:ext cx="1224000" cy="1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50" b="1">
                <a:solidFill>
                  <a:srgbClr val="1F2A30"/>
                </a:solidFill>
                <a:latin typeface="Malgun Gothic"/>
                <a:ea typeface="Malgun Gothic"/>
                <a:cs typeface="Malgun Gothic"/>
              </a:defRPr>
            </a:pPr>
            <a:r>
              <a:rPr sz="950" b="1">
                <a:solidFill>
                  <a:srgbClr val="1F2A30"/>
                </a:solidFill>
                <a:latin typeface="Malgun Gothic"/>
                <a:ea typeface="Malgun Gothic"/>
                <a:cs typeface="Malgun Gothic"/>
              </a:rPr>
              <a:t>가격 기준</a:t>
            </a:r>
          </a:p>
        </p:txBody>
      </p:sp>
      <p:sp>
        <p:nvSpPr>
          <p:cNvPr id="5" name="stage-2">
            <a:extLst xmlns:a="http://schemas.openxmlformats.org/drawingml/2006/main">
              <a:ext uri="{FF2B5EF4-FFF2-40B4-BE49-F238E27FC236}">
                <a16:creationId xmlns:a16="http://schemas.microsoft.com/office/drawing/2014/main" id="{87D7BBBD-6B2F-49F9-B740-40D1171BAAFC}"/>
              </a:ext>
            </a:extLst>
          </p:cNvPr>
          <p:cNvSpPr>
            <a:spLocks xmlns:a="http://schemas.openxmlformats.org/drawingml/2006/main"/>
          </p:cNvSpPr>
          <p:nvPr/>
        </p:nvSpPr>
        <p:spPr>
          <a:xfrm xmlns:a="http://schemas.openxmlformats.org/drawingml/2006/main">
            <a:off x="2592000" y="198000"/>
            <a:ext cx="1224000" cy="1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50" b="1">
                <a:solidFill>
                  <a:srgbClr val="1F2A30"/>
                </a:solidFill>
                <a:latin typeface="Malgun Gothic"/>
                <a:ea typeface="Malgun Gothic"/>
                <a:cs typeface="Malgun Gothic"/>
              </a:defRPr>
            </a:pPr>
            <a:r>
              <a:rPr sz="950" b="1">
                <a:solidFill>
                  <a:srgbClr val="1F2A30"/>
                </a:solidFill>
                <a:latin typeface="Malgun Gothic"/>
                <a:ea typeface="Malgun Gothic"/>
                <a:cs typeface="Malgun Gothic"/>
              </a:rPr>
              <a:t>원가 추정</a:t>
            </a:r>
          </a:p>
        </p:txBody>
      </p:sp>
      <p:sp>
        <p:nvSpPr>
          <p:cNvPr id="6" name="stage-3">
            <a:extLst xmlns:a="http://schemas.openxmlformats.org/drawingml/2006/main">
              <a:ext uri="{FF2B5EF4-FFF2-40B4-BE49-F238E27FC236}">
                <a16:creationId xmlns:a16="http://schemas.microsoft.com/office/drawing/2014/main" id="{332EB81E-1E08-466A-B80F-501CD1ACDFB2}"/>
              </a:ext>
            </a:extLst>
          </p:cNvPr>
          <p:cNvSpPr>
            <a:spLocks xmlns:a="http://schemas.openxmlformats.org/drawingml/2006/main"/>
          </p:cNvSpPr>
          <p:nvPr/>
        </p:nvSpPr>
        <p:spPr>
          <a:xfrm xmlns:a="http://schemas.openxmlformats.org/drawingml/2006/main">
            <a:off x="3909600" y="198000"/>
            <a:ext cx="1224000" cy="1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50" b="1">
                <a:solidFill>
                  <a:srgbClr val="1F2A30"/>
                </a:solidFill>
                <a:latin typeface="Malgun Gothic"/>
                <a:ea typeface="Malgun Gothic"/>
                <a:cs typeface="Malgun Gothic"/>
              </a:defRPr>
            </a:pPr>
            <a:r>
              <a:rPr sz="950" b="1">
                <a:solidFill>
                  <a:srgbClr val="1F2A30"/>
                </a:solidFill>
                <a:latin typeface="Malgun Gothic"/>
                <a:ea typeface="Malgun Gothic"/>
                <a:cs typeface="Malgun Gothic"/>
              </a:rPr>
              <a:t>원가 구성</a:t>
            </a:r>
          </a:p>
        </p:txBody>
      </p:sp>
      <p:sp>
        <p:nvSpPr>
          <p:cNvPr id="7" name="stage-4">
            <a:extLst xmlns:a="http://schemas.openxmlformats.org/drawingml/2006/main">
              <a:ext uri="{FF2B5EF4-FFF2-40B4-BE49-F238E27FC236}">
                <a16:creationId xmlns:a16="http://schemas.microsoft.com/office/drawing/2014/main" id="{A18F1887-3F43-4CEC-9DD4-57CC0EC05677}"/>
              </a:ext>
            </a:extLst>
          </p:cNvPr>
          <p:cNvSpPr>
            <a:spLocks xmlns:a="http://schemas.openxmlformats.org/drawingml/2006/main"/>
          </p:cNvSpPr>
          <p:nvPr/>
        </p:nvSpPr>
        <p:spPr>
          <a:xfrm xmlns:a="http://schemas.openxmlformats.org/drawingml/2006/main">
            <a:off x="5162400" y="198000"/>
            <a:ext cx="1224000" cy="1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50" b="1">
                <a:solidFill>
                  <a:srgbClr val="1F2A30"/>
                </a:solidFill>
                <a:latin typeface="Malgun Gothic"/>
                <a:ea typeface="Malgun Gothic"/>
                <a:cs typeface="Malgun Gothic"/>
              </a:defRPr>
            </a:pPr>
            <a:r>
              <a:rPr sz="950" b="1">
                <a:solidFill>
                  <a:srgbClr val="1F2A30"/>
                </a:solidFill>
                <a:latin typeface="Malgun Gothic"/>
                <a:ea typeface="Malgun Gothic"/>
                <a:cs typeface="Malgun Gothic"/>
              </a:rPr>
              <a:t>후보 순위</a:t>
            </a:r>
          </a:p>
        </p:txBody>
      </p:sp>
      <p:sp>
        <p:nvSpPr>
          <p:cNvPr id="8" name="shared-record-link">
            <a:extLst xmlns:a="http://schemas.openxmlformats.org/drawingml/2006/main">
              <a:ext uri="{FF2B5EF4-FFF2-40B4-BE49-F238E27FC236}">
                <a16:creationId xmlns:a16="http://schemas.microsoft.com/office/drawing/2014/main" id="{83805459-5785-4837-96C8-63498F094C1D}"/>
              </a:ext>
            </a:extLst>
          </p:cNvPr>
          <p:cNvSpPr>
            <a:spLocks xmlns:a="http://schemas.openxmlformats.org/drawingml/2006/main"/>
          </p:cNvSpPr>
          <p:nvPr/>
        </p:nvSpPr>
        <p:spPr>
          <a:xfrm xmlns:a="http://schemas.openxmlformats.org/drawingml/2006/main">
            <a:off x="3204000" y="1872000"/>
            <a:ext cx="0" cy="90000"/>
          </a:xfrm>
          <a:prstGeom xmlns:a="http://schemas.openxmlformats.org/drawingml/2006/main" prst="line">
            <a:avLst/>
          </a:prstGeom>
          <a:noFill xmlns:a="http://schemas.openxmlformats.org/drawingml/2006/main"/>
          <a:ln xmlns:a="http://schemas.openxmlformats.org/drawingml/2006/main" w="7620">
            <a:solidFill>
              <a:srgbClr val="4BA0B4"/>
            </a:solidFill>
          </a:ln>
        </p:spPr>
      </p:sp>
      <p:sp>
        <p:nvSpPr>
          <p:cNvPr id="9" name="record-branches">
            <a:extLst xmlns:a="http://schemas.openxmlformats.org/drawingml/2006/main">
              <a:ext uri="{FF2B5EF4-FFF2-40B4-BE49-F238E27FC236}">
                <a16:creationId xmlns:a16="http://schemas.microsoft.com/office/drawing/2014/main" id="{82F6A20B-00CA-45BE-A08D-10270ED615E0}"/>
              </a:ext>
            </a:extLst>
          </p:cNvPr>
          <p:cNvSpPr>
            <a:spLocks xmlns:a="http://schemas.openxmlformats.org/drawingml/2006/main"/>
          </p:cNvSpPr>
          <p:nvPr/>
        </p:nvSpPr>
        <p:spPr>
          <a:xfrm xmlns:a="http://schemas.openxmlformats.org/drawingml/2006/main">
            <a:off x="963000" y="1962000"/>
            <a:ext cx="4482000" cy="0"/>
          </a:xfrm>
          <a:prstGeom xmlns:a="http://schemas.openxmlformats.org/drawingml/2006/main" prst="line">
            <a:avLst/>
          </a:prstGeom>
          <a:noFill xmlns:a="http://schemas.openxmlformats.org/drawingml/2006/main"/>
          <a:ln xmlns:a="http://schemas.openxmlformats.org/drawingml/2006/main" w="7620">
            <a:solidFill>
              <a:srgbClr val="4BA0B4"/>
            </a:solidFill>
          </a:ln>
        </p:spPr>
      </p:sp>
      <p:sp>
        <p:nvSpPr>
          <p:cNvPr id="10" name="record-link-0">
            <a:extLst xmlns:a="http://schemas.openxmlformats.org/drawingml/2006/main">
              <a:ext uri="{FF2B5EF4-FFF2-40B4-BE49-F238E27FC236}">
                <a16:creationId xmlns:a16="http://schemas.microsoft.com/office/drawing/2014/main" id="{863A6499-A7B8-4A97-8D17-74AE64E89AF8}"/>
              </a:ext>
            </a:extLst>
          </p:cNvPr>
          <p:cNvSpPr>
            <a:spLocks xmlns:a="http://schemas.openxmlformats.org/drawingml/2006/main"/>
          </p:cNvSpPr>
          <p:nvPr/>
        </p:nvSpPr>
        <p:spPr>
          <a:xfrm xmlns:a="http://schemas.openxmlformats.org/drawingml/2006/main">
            <a:off x="963000" y="1962000"/>
            <a:ext cx="0" cy="72000"/>
          </a:xfrm>
          <a:prstGeom xmlns:a="http://schemas.openxmlformats.org/drawingml/2006/main" prst="line">
            <a:avLst/>
          </a:prstGeom>
          <a:noFill xmlns:a="http://schemas.openxmlformats.org/drawingml/2006/main"/>
          <a:ln xmlns:a="http://schemas.openxmlformats.org/drawingml/2006/main" w="7620">
            <a:solidFill>
              <a:srgbClr val="4BA0B4"/>
            </a:solidFill>
          </a:ln>
        </p:spPr>
      </p:sp>
      <p:sp>
        <p:nvSpPr>
          <p:cNvPr id="11" name="record-link-1">
            <a:extLst xmlns:a="http://schemas.openxmlformats.org/drawingml/2006/main">
              <a:ext uri="{FF2B5EF4-FFF2-40B4-BE49-F238E27FC236}">
                <a16:creationId xmlns:a16="http://schemas.microsoft.com/office/drawing/2014/main" id="{1D3047FE-7EEA-46ED-9EBA-9208050D3E0E}"/>
              </a:ext>
            </a:extLst>
          </p:cNvPr>
          <p:cNvSpPr>
            <a:spLocks xmlns:a="http://schemas.openxmlformats.org/drawingml/2006/main"/>
          </p:cNvSpPr>
          <p:nvPr/>
        </p:nvSpPr>
        <p:spPr>
          <a:xfrm xmlns:a="http://schemas.openxmlformats.org/drawingml/2006/main">
            <a:off x="2457000" y="1962000"/>
            <a:ext cx="0" cy="72000"/>
          </a:xfrm>
          <a:prstGeom xmlns:a="http://schemas.openxmlformats.org/drawingml/2006/main" prst="line">
            <a:avLst/>
          </a:prstGeom>
          <a:noFill xmlns:a="http://schemas.openxmlformats.org/drawingml/2006/main"/>
          <a:ln xmlns:a="http://schemas.openxmlformats.org/drawingml/2006/main" w="7620">
            <a:solidFill>
              <a:srgbClr val="4BA0B4"/>
            </a:solidFill>
          </a:ln>
        </p:spPr>
      </p:sp>
      <p:sp>
        <p:nvSpPr>
          <p:cNvPr id="12" name="record-link-2">
            <a:extLst xmlns:a="http://schemas.openxmlformats.org/drawingml/2006/main">
              <a:ext uri="{FF2B5EF4-FFF2-40B4-BE49-F238E27FC236}">
                <a16:creationId xmlns:a16="http://schemas.microsoft.com/office/drawing/2014/main" id="{D101DDC7-4A31-401E-B186-74F55DC6670A}"/>
              </a:ext>
            </a:extLst>
          </p:cNvPr>
          <p:cNvSpPr>
            <a:spLocks xmlns:a="http://schemas.openxmlformats.org/drawingml/2006/main"/>
          </p:cNvSpPr>
          <p:nvPr/>
        </p:nvSpPr>
        <p:spPr>
          <a:xfrm xmlns:a="http://schemas.openxmlformats.org/drawingml/2006/main">
            <a:off x="3951000" y="1962000"/>
            <a:ext cx="0" cy="72000"/>
          </a:xfrm>
          <a:prstGeom xmlns:a="http://schemas.openxmlformats.org/drawingml/2006/main" prst="line">
            <a:avLst/>
          </a:prstGeom>
          <a:noFill xmlns:a="http://schemas.openxmlformats.org/drawingml/2006/main"/>
          <a:ln xmlns:a="http://schemas.openxmlformats.org/drawingml/2006/main" w="7620">
            <a:solidFill>
              <a:srgbClr val="4BA0B4"/>
            </a:solidFill>
          </a:ln>
        </p:spPr>
      </p:sp>
      <p:sp>
        <p:nvSpPr>
          <p:cNvPr id="13" name="record-link-3">
            <a:extLst xmlns:a="http://schemas.openxmlformats.org/drawingml/2006/main">
              <a:ext uri="{FF2B5EF4-FFF2-40B4-BE49-F238E27FC236}">
                <a16:creationId xmlns:a16="http://schemas.microsoft.com/office/drawing/2014/main" id="{35C34AF0-87A4-459B-8B67-D415E083F6CE}"/>
              </a:ext>
            </a:extLst>
          </p:cNvPr>
          <p:cNvSpPr>
            <a:spLocks xmlns:a="http://schemas.openxmlformats.org/drawingml/2006/main"/>
          </p:cNvSpPr>
          <p:nvPr/>
        </p:nvSpPr>
        <p:spPr>
          <a:xfrm xmlns:a="http://schemas.openxmlformats.org/drawingml/2006/main">
            <a:off x="5445000" y="1962000"/>
            <a:ext cx="0" cy="72000"/>
          </a:xfrm>
          <a:prstGeom xmlns:a="http://schemas.openxmlformats.org/drawingml/2006/main" prst="line">
            <a:avLst/>
          </a:prstGeom>
          <a:noFill xmlns:a="http://schemas.openxmlformats.org/drawingml/2006/main"/>
          <a:ln xmlns:a="http://schemas.openxmlformats.org/drawingml/2006/main" w="7620">
            <a:solidFill>
              <a:srgbClr val="4BA0B4"/>
            </a:solidFill>
          </a:ln>
        </p:spPr>
      </p:sp>
      <p:pic>
        <p:nvPicPr>
          <p:cNvPr id="32" name="record-illustrations"/>
          <p:cNvPicPr>
            <a:picLocks xmlns:a="http://schemas.openxmlformats.org/drawingml/2006/main" noChangeAspect="1"/>
          </p:cNvPicPr>
          <p:nvPr/>
        </p:nvPicPr>
        <p:blipFill>
          <a:blip xmlns:r="http://schemas.openxmlformats.org/officeDocument/2006/relationships" xmlns:a="http://schemas.openxmlformats.org/drawingml/2006/main" r:embed="Rffb34e35b74f440c"/>
          <a:srcRect xmlns:a="http://schemas.openxmlformats.org/drawingml/2006/main" l="0" t="16000" r="0" b="17000"/>
          <a:stretch xmlns:a="http://schemas.openxmlformats.org/drawingml/2006/main">
            <a:fillRect l="0" t="0" r="0" b="0"/>
          </a:stretch>
        </p:blipFill>
        <p:spPr>
          <a:xfrm xmlns:a="http://schemas.openxmlformats.org/drawingml/2006/main">
            <a:off x="216000" y="2034000"/>
            <a:ext cx="5976000" cy="1334640"/>
          </a:xfrm>
          <a:prstGeom xmlns:a="http://schemas.openxmlformats.org/drawingml/2006/main" prst="rect">
            <a:avLst/>
          </a:prstGeom>
        </p:spPr>
      </p:pic>
      <p:sp>
        <p:nvSpPr>
          <p:cNvPr id="15" name="record-0">
            <a:extLst xmlns:a="http://schemas.openxmlformats.org/drawingml/2006/main">
              <a:ext uri="{FF2B5EF4-FFF2-40B4-BE49-F238E27FC236}">
                <a16:creationId xmlns:a16="http://schemas.microsoft.com/office/drawing/2014/main" id="{2C995462-497F-42FA-A684-B23CB89A375B}"/>
              </a:ext>
            </a:extLst>
          </p:cNvPr>
          <p:cNvSpPr>
            <a:spLocks xmlns:a="http://schemas.openxmlformats.org/drawingml/2006/main"/>
          </p:cNvSpPr>
          <p:nvPr/>
        </p:nvSpPr>
        <p:spPr>
          <a:xfrm xmlns:a="http://schemas.openxmlformats.org/drawingml/2006/main">
            <a:off x="225000" y="3384000"/>
            <a:ext cx="14760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050" b="1">
                <a:solidFill>
                  <a:srgbClr val="1F2A30"/>
                </a:solidFill>
                <a:latin typeface="Malgun Gothic"/>
                <a:ea typeface="Malgun Gothic"/>
                <a:cs typeface="Malgun Gothic"/>
              </a:defRPr>
            </a:pPr>
            <a:r>
              <a:rPr sz="1050" b="1">
                <a:solidFill>
                  <a:srgbClr val="1F2A30"/>
                </a:solidFill>
                <a:latin typeface="Malgun Gothic"/>
                <a:ea typeface="Malgun Gothic"/>
                <a:cs typeface="Malgun Gothic"/>
              </a:rPr>
              <a:t>분석 기록</a:t>
            </a:r>
          </a:p>
        </p:txBody>
      </p:sp>
      <p:sp>
        <p:nvSpPr>
          <p:cNvPr id="16" name="record-1">
            <a:extLst xmlns:a="http://schemas.openxmlformats.org/drawingml/2006/main">
              <a:ext uri="{FF2B5EF4-FFF2-40B4-BE49-F238E27FC236}">
                <a16:creationId xmlns:a16="http://schemas.microsoft.com/office/drawing/2014/main" id="{CE692083-5FD7-4377-BE6F-B76DA417F227}"/>
              </a:ext>
            </a:extLst>
          </p:cNvPr>
          <p:cNvSpPr>
            <a:spLocks xmlns:a="http://schemas.openxmlformats.org/drawingml/2006/main"/>
          </p:cNvSpPr>
          <p:nvPr/>
        </p:nvSpPr>
        <p:spPr>
          <a:xfrm xmlns:a="http://schemas.openxmlformats.org/drawingml/2006/main">
            <a:off x="1719000" y="3384000"/>
            <a:ext cx="14760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050" b="1">
                <a:solidFill>
                  <a:srgbClr val="1F2A30"/>
                </a:solidFill>
                <a:latin typeface="Malgun Gothic"/>
                <a:ea typeface="Malgun Gothic"/>
                <a:cs typeface="Malgun Gothic"/>
              </a:defRPr>
            </a:pPr>
            <a:r>
              <a:rPr sz="1050" b="1">
                <a:solidFill>
                  <a:srgbClr val="1F2A30"/>
                </a:solidFill>
                <a:latin typeface="Malgun Gothic"/>
                <a:ea typeface="Malgun Gothic"/>
                <a:cs typeface="Malgun Gothic"/>
              </a:rPr>
              <a:t>데이터 출처</a:t>
            </a:r>
          </a:p>
        </p:txBody>
      </p:sp>
      <p:sp>
        <p:nvSpPr>
          <p:cNvPr id="17" name="record-2">
            <a:extLst xmlns:a="http://schemas.openxmlformats.org/drawingml/2006/main">
              <a:ext uri="{FF2B5EF4-FFF2-40B4-BE49-F238E27FC236}">
                <a16:creationId xmlns:a16="http://schemas.microsoft.com/office/drawing/2014/main" id="{84F3E7C6-1B52-438C-9920-43FDF1BAD7A9}"/>
              </a:ext>
            </a:extLst>
          </p:cNvPr>
          <p:cNvSpPr>
            <a:spLocks xmlns:a="http://schemas.openxmlformats.org/drawingml/2006/main"/>
          </p:cNvSpPr>
          <p:nvPr/>
        </p:nvSpPr>
        <p:spPr>
          <a:xfrm xmlns:a="http://schemas.openxmlformats.org/drawingml/2006/main">
            <a:off x="3213000" y="3384000"/>
            <a:ext cx="14760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050" b="1">
                <a:solidFill>
                  <a:srgbClr val="1F2A30"/>
                </a:solidFill>
                <a:latin typeface="Malgun Gothic"/>
                <a:ea typeface="Malgun Gothic"/>
                <a:cs typeface="Malgun Gothic"/>
              </a:defRPr>
            </a:pPr>
            <a:r>
              <a:rPr sz="1050" b="1">
                <a:solidFill>
                  <a:srgbClr val="1F2A30"/>
                </a:solidFill>
                <a:latin typeface="Malgun Gothic"/>
                <a:ea typeface="Malgun Gothic"/>
                <a:cs typeface="Malgun Gothic"/>
              </a:rPr>
              <a:t>계산 가정</a:t>
            </a:r>
          </a:p>
        </p:txBody>
      </p:sp>
      <p:sp>
        <p:nvSpPr>
          <p:cNvPr id="18" name="record-3">
            <a:extLst xmlns:a="http://schemas.openxmlformats.org/drawingml/2006/main">
              <a:ext uri="{FF2B5EF4-FFF2-40B4-BE49-F238E27FC236}">
                <a16:creationId xmlns:a16="http://schemas.microsoft.com/office/drawing/2014/main" id="{BE9A7E3D-25DE-4F86-845F-0AFFB6E74494}"/>
              </a:ext>
            </a:extLst>
          </p:cNvPr>
          <p:cNvSpPr>
            <a:spLocks xmlns:a="http://schemas.openxmlformats.org/drawingml/2006/main"/>
          </p:cNvSpPr>
          <p:nvPr/>
        </p:nvSpPr>
        <p:spPr>
          <a:xfrm xmlns:a="http://schemas.openxmlformats.org/drawingml/2006/main">
            <a:off x="4707000" y="3384000"/>
            <a:ext cx="14760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050" b="1">
                <a:solidFill>
                  <a:srgbClr val="1F2A30"/>
                </a:solidFill>
                <a:latin typeface="Malgun Gothic"/>
                <a:ea typeface="Malgun Gothic"/>
                <a:cs typeface="Malgun Gothic"/>
              </a:defRPr>
            </a:pPr>
            <a:r>
              <a:rPr sz="1050" b="1">
                <a:solidFill>
                  <a:srgbClr val="1F2A30"/>
                </a:solidFill>
                <a:latin typeface="Malgun Gothic"/>
                <a:ea typeface="Malgun Gothic"/>
                <a:cs typeface="Malgun Gothic"/>
              </a:rPr>
              <a:t>재현 정보</a:t>
            </a:r>
          </a:p>
        </p:txBody>
      </p:sp>
    </p:spTree>
    <p:extLst>
      <p:ext uri="{BB962C8B-B14F-4D97-AF65-F5344CB8AC3E}">
        <p14:creationId xmlns:p14="http://schemas.microsoft.com/office/powerpoint/2010/main" val="204794603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COMET</dc:creator>
  <lastModifiedBy>COMET</lastModifiedBy>
  <dc:title>Presentation</dc:title>
  <dcterms:created xsi:type="dcterms:W3CDTF">2026-09-13T10:21:03.1140000Z</dcterms:created>
  <dcterms:modified xsi:type="dcterms:W3CDTF">2026-09-13T10:21:03.1140000Z</dcterms:modified>
</coreProperties>
</file>
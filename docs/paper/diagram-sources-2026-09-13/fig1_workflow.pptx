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5df8604c34891" /><Relationship Type="http://schemas.openxmlformats.org/officeDocument/2006/relationships/extended-properties" Target="/docProps/app.xml" Id="R7648d2efb7334756" /><Relationship Type="http://schemas.openxmlformats.org/officeDocument/2006/relationships/officeDocument" Target="/ppt/presentation.xml" Id="R4ab0a9358720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e1eebedfc4a23"/>
  </p:sldMasterIdLst>
  <p:notesMasterIdLst>
    <p:notesMasterId xmlns:r="http://schemas.openxmlformats.org/officeDocument/2006/relationships" r:id="Rc369e77909d64e70"/>
  </p:notesMasterIdLst>
  <p:sldIdLst>
    <p:sldId xmlns:r="http://schemas.openxmlformats.org/officeDocument/2006/relationships" id="256" r:id="R74974243bd0247d6"/>
    <p:sldId xmlns:r="http://schemas.openxmlformats.org/officeDocument/2006/relationships" id="257" r:id="R8862269c7a6d48d6"/>
  </p:sldIdLst>
  <p:sldSz cx="6408000" cy="230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fd9de409434c4a" /><Relationship Type="http://schemas.openxmlformats.org/officeDocument/2006/relationships/slideMaster" Target="/ppt/slideMasters/slideMaster1.xml" Id="R2fce1eebedfc4a23" /><Relationship Type="http://schemas.openxmlformats.org/officeDocument/2006/relationships/notesMaster" Target="/ppt/notesMasters/notesMaster1.xml" Id="Rc369e77909d64e70" /><Relationship Type="http://schemas.openxmlformats.org/officeDocument/2006/relationships/presProps" Target="/ppt/presProps.xml" Id="Rbb4420361e3a4e01" /><Relationship Type="http://schemas.openxmlformats.org/officeDocument/2006/relationships/tableStyles" Target="/ppt/tableStyles.xml" Id="R8ee0ad301a4841fb" /><Relationship Type="http://schemas.openxmlformats.org/officeDocument/2006/relationships/slide" Target="/ppt/slides/slide1.xml" Id="R74974243bd0247d6" /><Relationship Type="http://schemas.openxmlformats.org/officeDocument/2006/relationships/slide" Target="/ppt/slides/slide2.xml" Id="R8862269c7a6d48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f538793124d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9287657e54fce" /><Relationship Type="http://schemas.openxmlformats.org/officeDocument/2006/relationships/notesMaster" Target="/ppt/notesMasters/notesMaster1.xml" Id="R303a6657c3684c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0b72f0fb724754" /><Relationship Type="http://schemas.openxmlformats.org/officeDocument/2006/relationships/notesMaster" Target="/ppt/notesMasters/notesMaster1.xml" Id="R6d1dc1a57c5940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 Figure 1. Stage artwork reused from fig1_workflow_stack_raw_chatgpt.png, generated with ChatGPT (OpenAI), September 10, 2026. Source, assumption and reproducibility fields are defined in the manuscript and caption. See fig1_workflow_stack.provenance.md.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 Figure 1. Stage artwork reused from fig1_workflow_stack_raw_chatgpt.png, generated with ChatGPT (OpenAI), September 10, 2026. Source, assumption and reproducibility fields are defined in the manuscript and caption. See fig1_workflow_stack.provenance.md.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90656ccad47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665bc8ad1c4ba5" /><Relationship Type="http://schemas.openxmlformats.org/officeDocument/2006/relationships/slideLayout" Target="/ppt/slideLayouts/slideLayout1.xml" Id="R916dbf53c78a4f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dbf53c78a4f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f2349b5b5408f" /><Relationship Type="http://schemas.openxmlformats.org/officeDocument/2006/relationships/image" Target="/ppt/media/image.png" Id="R8b14bf26d08f4763" /><Relationship Type="http://schemas.openxmlformats.org/officeDocument/2006/relationships/image" Target="/ppt/media/image2.png" Id="Rf225732d5f214db3" /><Relationship Type="http://schemas.openxmlformats.org/officeDocument/2006/relationships/image" Target="/ppt/media/image3.png" Id="Rb8fc0260263b4e3a" /><Relationship Type="http://schemas.openxmlformats.org/officeDocument/2006/relationships/image" Target="/ppt/media/image4.png" Id="R2182936c39cb4fd3" /><Relationship Type="http://schemas.openxmlformats.org/officeDocument/2006/relationships/image" Target="/ppt/media/image5.png" Id="R9e538b9af6eb4efe" /><Relationship Type="http://schemas.openxmlformats.org/officeDocument/2006/relationships/notesSlide" Target="/ppt/notesSlides/notesSlide1.xml" Id="R17ecb8fcb73b4b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c83d4106644a2" /><Relationship Type="http://schemas.openxmlformats.org/officeDocument/2006/relationships/image" Target="/ppt/media/image6.png" Id="R2110ef684c9a4445" /><Relationship Type="http://schemas.openxmlformats.org/officeDocument/2006/relationships/image" Target="/ppt/media/image7.png" Id="R4cb5b64f5b81408a" /><Relationship Type="http://schemas.openxmlformats.org/officeDocument/2006/relationships/image" Target="/ppt/media/image8.png" Id="Rb67e17520e234b39" /><Relationship Type="http://schemas.openxmlformats.org/officeDocument/2006/relationships/image" Target="/ppt/media/image9.png" Id="R2dcccee2ecb5418b" /><Relationship Type="http://schemas.openxmlformats.org/officeDocument/2006/relationships/image" Target="/ppt/media/image10.png" Id="R3cc377d2e639425b" /><Relationship Type="http://schemas.openxmlformats.org/officeDocument/2006/relationships/notesSlide" Target="/ppt/notesSlides/notesSlide2.xml" Id="Rb72b75c92170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0A2E918-5B23-4706-9503-57C4DF4710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4bf26d08f4763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184875" y="288000"/>
            <a:ext cx="926250" cy="540000"/>
          </a:xfrm>
          <a:prstGeom xmlns:a="http://schemas.openxmlformats.org/drawingml/2006/main" prst="rect">
            <a:avLst/>
          </a:prstGeom>
        </p:spPr>
      </p:pic>
      <p:sp>
        <p:nvSpPr>
          <p:cNvPr id="3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C607F168-1762-4016-B41F-9F19C229A9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Input data</a:t>
            </a:r>
          </a:p>
        </p:txBody>
      </p:sp>
      <p:sp>
        <p:nvSpPr>
          <p:cNvPr id="4" name="line-0">
            <a:extLst xmlns:a="http://schemas.openxmlformats.org/drawingml/2006/main">
              <a:ext uri="{FF2B5EF4-FFF2-40B4-BE49-F238E27FC236}">
                <a16:creationId xmlns:a16="http://schemas.microsoft.com/office/drawing/2014/main" id="{6788D623-8812-4430-96D6-B344D92EFB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188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5" name="line-1">
            <a:extLst xmlns:a="http://schemas.openxmlformats.org/drawingml/2006/main">
              <a:ext uri="{FF2B5EF4-FFF2-40B4-BE49-F238E27FC236}">
                <a16:creationId xmlns:a16="http://schemas.microsoft.com/office/drawing/2014/main" id="{767B2AE8-616A-4C41-88CD-811BF101AA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648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5732d5f214db3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1492200" y="288000"/>
            <a:ext cx="867600" cy="540000"/>
          </a:xfrm>
          <a:prstGeom xmlns:a="http://schemas.openxmlformats.org/drawingml/2006/main" prst="rect">
            <a:avLst/>
          </a:prstGeom>
        </p:spPr>
      </p:pic>
      <p:sp>
        <p:nvSpPr>
          <p:cNvPr id="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12983E5-B609-4049-A8D7-C9BE0EEDC4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4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Price basis</a:t>
            </a:r>
          </a:p>
        </p:txBody>
      </p:sp>
      <p:sp>
        <p:nvSpPr>
          <p:cNvPr id="8" name="line-2">
            <a:extLst xmlns:a="http://schemas.openxmlformats.org/drawingml/2006/main">
              <a:ext uri="{FF2B5EF4-FFF2-40B4-BE49-F238E27FC236}">
                <a16:creationId xmlns:a16="http://schemas.microsoft.com/office/drawing/2014/main" id="{35F31936-4CDD-432D-92B5-3A05F6535B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2466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9" name="line-3">
            <a:extLst xmlns:a="http://schemas.openxmlformats.org/drawingml/2006/main">
              <a:ext uri="{FF2B5EF4-FFF2-40B4-BE49-F238E27FC236}">
                <a16:creationId xmlns:a16="http://schemas.microsoft.com/office/drawing/2014/main" id="{D3C2BB7C-D21E-43F4-A907-2B32EF7D56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26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c0260263b4e3a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2816308" y="288000"/>
            <a:ext cx="775385" cy="540000"/>
          </a:xfrm>
          <a:prstGeom xmlns:a="http://schemas.openxmlformats.org/drawingml/2006/main" prst="rect">
            <a:avLst/>
          </a:prstGeom>
        </p:spPr>
      </p:pic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EA23B127-761E-45BF-8C61-D9C2C954D1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92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Cost estimation</a:t>
            </a:r>
          </a:p>
        </p:txBody>
      </p:sp>
      <p:sp>
        <p:nvSpPr>
          <p:cNvPr id="12" name="line-4">
            <a:extLst xmlns:a="http://schemas.openxmlformats.org/drawingml/2006/main">
              <a:ext uri="{FF2B5EF4-FFF2-40B4-BE49-F238E27FC236}">
                <a16:creationId xmlns:a16="http://schemas.microsoft.com/office/drawing/2014/main" id="{270A81DA-83E7-4435-A2BD-3E98F8A2A0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44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13" name="line-5">
            <a:extLst xmlns:a="http://schemas.openxmlformats.org/drawingml/2006/main">
              <a:ext uri="{FF2B5EF4-FFF2-40B4-BE49-F238E27FC236}">
                <a16:creationId xmlns:a16="http://schemas.microsoft.com/office/drawing/2014/main" id="{C3A1D6DE-ADDF-402A-8845-3C5B02B00A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204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2936c39cb4fd3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4060356" y="288000"/>
            <a:ext cx="843288" cy="540000"/>
          </a:xfrm>
          <a:prstGeom xmlns:a="http://schemas.openxmlformats.org/drawingml/2006/main" prst="rect">
            <a:avLst/>
          </a:prstGeom>
        </p:spPr>
      </p:pic>
      <p:sp>
        <p:nvSpPr>
          <p:cNvPr id="15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2454D6E5-F1D6-46A8-9756-F3A8E09BD5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0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Cost breakdown</a:t>
            </a:r>
          </a:p>
        </p:txBody>
      </p:sp>
      <p:sp>
        <p:nvSpPr>
          <p:cNvPr id="16" name="line-6">
            <a:extLst xmlns:a="http://schemas.openxmlformats.org/drawingml/2006/main">
              <a:ext uri="{FF2B5EF4-FFF2-40B4-BE49-F238E27FC236}">
                <a16:creationId xmlns:a16="http://schemas.microsoft.com/office/drawing/2014/main" id="{A2DD98DD-C970-4414-9736-E28F2D5A92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5022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17" name="line-7">
            <a:extLst xmlns:a="http://schemas.openxmlformats.org/drawingml/2006/main">
              <a:ext uri="{FF2B5EF4-FFF2-40B4-BE49-F238E27FC236}">
                <a16:creationId xmlns:a16="http://schemas.microsoft.com/office/drawing/2014/main" id="{7F3DA8E7-050A-492B-AC23-A503D8AC8F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4482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38b9af6eb4efe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5309416" y="288000"/>
            <a:ext cx="901169" cy="540000"/>
          </a:xfrm>
          <a:prstGeom xmlns:a="http://schemas.openxmlformats.org/drawingml/2006/main" prst="rect">
            <a:avLst/>
          </a:prstGeom>
        </p:spPr>
      </p:pic>
      <p:sp>
        <p:nvSpPr>
          <p:cNvPr id="19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5863E898-4A50-4EC3-823C-61308A4976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8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Candidate ranking</a:t>
            </a:r>
          </a:p>
        </p:txBody>
      </p:sp>
      <p:sp>
        <p:nvSpPr>
          <p:cNvPr id="20" name="line-8">
            <a:extLst xmlns:a="http://schemas.openxmlformats.org/drawingml/2006/main">
              <a:ext uri="{FF2B5EF4-FFF2-40B4-BE49-F238E27FC236}">
                <a16:creationId xmlns:a16="http://schemas.microsoft.com/office/drawing/2014/main" id="{7EFD0588-6F52-4245-A512-2F65436DD3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5760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sp>
        <p:nvSpPr>
          <p:cNvPr id="21" name="line-9">
            <a:extLst xmlns:a="http://schemas.openxmlformats.org/drawingml/2006/main">
              <a:ext uri="{FF2B5EF4-FFF2-40B4-BE49-F238E27FC236}">
                <a16:creationId xmlns:a16="http://schemas.microsoft.com/office/drawing/2014/main" id="{3A52E20C-0D56-4803-ACEF-2FB5EFDCE0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648000" y="1440000"/>
            <a:ext cx="5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sp>
        <p:nvSpPr>
          <p:cNvPr id="22" name="line-10">
            <a:extLst xmlns:a="http://schemas.openxmlformats.org/drawingml/2006/main">
              <a:ext uri="{FF2B5EF4-FFF2-40B4-BE49-F238E27FC236}">
                <a16:creationId xmlns:a16="http://schemas.microsoft.com/office/drawing/2014/main" id="{710F9548-961A-40F9-B2D3-7EEFB6E07C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204000" y="1440000"/>
            <a:ext cx="0" cy="14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23" name="record-band">
            <a:extLst xmlns:a="http://schemas.openxmlformats.org/drawingml/2006/main">
              <a:ext uri="{FF2B5EF4-FFF2-40B4-BE49-F238E27FC236}">
                <a16:creationId xmlns:a16="http://schemas.microsoft.com/office/drawing/2014/main" id="{3703129B-E677-4E6D-B361-1D9A225500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1620000"/>
            <a:ext cx="604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5"/>
          </a:solidFill>
          <a:ln xmlns:a="http://schemas.openxmlformats.org/drawingml/2006/main" w="0">
            <a:noFill/>
          </a:ln>
        </p:spPr>
      </p:sp>
      <p:sp>
        <p:nvSpPr>
          <p:cNvPr id="24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EE8D7ABC-D9E6-4732-931C-F16061097D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8000" y="1656000"/>
            <a:ext cx="126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1B6F78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B6F78"/>
                </a:solidFill>
                <a:latin typeface="Arial"/>
                <a:ea typeface="Arial"/>
                <a:cs typeface="Arial"/>
              </a:rPr>
              <a:t>Analysis record</a:t>
            </a:r>
          </a:p>
        </p:txBody>
      </p:sp>
      <p:sp>
        <p:nvSpPr>
          <p:cNvPr id="25" name="record-0">
            <a:extLst xmlns:a="http://schemas.openxmlformats.org/drawingml/2006/main">
              <a:ext uri="{FF2B5EF4-FFF2-40B4-BE49-F238E27FC236}">
                <a16:creationId xmlns:a16="http://schemas.microsoft.com/office/drawing/2014/main" id="{2BAAD725-95BA-421A-9765-5B8C778CF5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4000" y="1656000"/>
            <a:ext cx="14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2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Data sources</a:t>
            </a:r>
          </a:p>
        </p:txBody>
      </p:sp>
      <p:sp>
        <p:nvSpPr>
          <p:cNvPr id="26" name="record-1">
            <a:extLst xmlns:a="http://schemas.openxmlformats.org/drawingml/2006/main">
              <a:ext uri="{FF2B5EF4-FFF2-40B4-BE49-F238E27FC236}">
                <a16:creationId xmlns:a16="http://schemas.microsoft.com/office/drawing/2014/main" id="{655ABB46-6706-421B-952D-7D6E13DF22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96000" y="1656000"/>
            <a:ext cx="14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2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Model assumptions</a:t>
            </a:r>
          </a:p>
        </p:txBody>
      </p:sp>
      <p:sp>
        <p:nvSpPr>
          <p:cNvPr id="27" name="record-2">
            <a:extLst xmlns:a="http://schemas.openxmlformats.org/drawingml/2006/main">
              <a:ext uri="{FF2B5EF4-FFF2-40B4-BE49-F238E27FC236}">
                <a16:creationId xmlns:a16="http://schemas.microsoft.com/office/drawing/2014/main" id="{31DBF70E-EA19-41AC-AACB-1D51EDFE2D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08000" y="1656000"/>
            <a:ext cx="14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2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28" name="line-11">
            <a:extLst xmlns:a="http://schemas.openxmlformats.org/drawingml/2006/main">
              <a:ext uri="{FF2B5EF4-FFF2-40B4-BE49-F238E27FC236}">
                <a16:creationId xmlns:a16="http://schemas.microsoft.com/office/drawing/2014/main" id="{822BC908-03F1-49B5-BFD8-9D5827D4D9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548000" y="1728000"/>
            <a:ext cx="0" cy="3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3CB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4628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17AF321-70A2-466B-A1E2-50A831FC78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23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0ef684c9a4445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184875" y="288000"/>
            <a:ext cx="926250" cy="540000"/>
          </a:xfrm>
          <a:prstGeom xmlns:a="http://schemas.openxmlformats.org/drawingml/2006/main" prst="rect">
            <a:avLst/>
          </a:prstGeom>
        </p:spPr>
      </p:pic>
      <p:sp>
        <p:nvSpPr>
          <p:cNvPr id="3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2310EC25-C34E-464E-957C-5F52D6492A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입력 데이터</a:t>
            </a:r>
          </a:p>
        </p:txBody>
      </p:sp>
      <p:sp>
        <p:nvSpPr>
          <p:cNvPr id="4" name="line-12">
            <a:extLst xmlns:a="http://schemas.openxmlformats.org/drawingml/2006/main">
              <a:ext uri="{FF2B5EF4-FFF2-40B4-BE49-F238E27FC236}">
                <a16:creationId xmlns:a16="http://schemas.microsoft.com/office/drawing/2014/main" id="{6EE8B1B7-41E7-4648-85A5-3E4EE28A95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188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5" name="line-13">
            <a:extLst xmlns:a="http://schemas.openxmlformats.org/drawingml/2006/main">
              <a:ext uri="{FF2B5EF4-FFF2-40B4-BE49-F238E27FC236}">
                <a16:creationId xmlns:a16="http://schemas.microsoft.com/office/drawing/2014/main" id="{02E20A0F-7120-4C79-A1BF-4505A44A2D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648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5b64f5b81408a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1492200" y="288000"/>
            <a:ext cx="867600" cy="540000"/>
          </a:xfrm>
          <a:prstGeom xmlns:a="http://schemas.openxmlformats.org/drawingml/2006/main" prst="rect">
            <a:avLst/>
          </a:prstGeom>
        </p:spPr>
      </p:pic>
      <p:sp>
        <p:nvSpPr>
          <p:cNvPr id="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D4424678-0891-49B1-8CFE-4253F9FE56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4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가격 기준</a:t>
            </a:r>
          </a:p>
        </p:txBody>
      </p:sp>
      <p:sp>
        <p:nvSpPr>
          <p:cNvPr id="8" name="line-14">
            <a:extLst xmlns:a="http://schemas.openxmlformats.org/drawingml/2006/main">
              <a:ext uri="{FF2B5EF4-FFF2-40B4-BE49-F238E27FC236}">
                <a16:creationId xmlns:a16="http://schemas.microsoft.com/office/drawing/2014/main" id="{910E2D1C-212D-4198-AFDF-C030147776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2466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9" name="line-15">
            <a:extLst xmlns:a="http://schemas.openxmlformats.org/drawingml/2006/main">
              <a:ext uri="{FF2B5EF4-FFF2-40B4-BE49-F238E27FC236}">
                <a16:creationId xmlns:a16="http://schemas.microsoft.com/office/drawing/2014/main" id="{967D8334-F6B0-4202-941C-DAD47E2A3A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926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e17520e234b39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2816308" y="288000"/>
            <a:ext cx="775385" cy="540000"/>
          </a:xfrm>
          <a:prstGeom xmlns:a="http://schemas.openxmlformats.org/drawingml/2006/main" prst="rect">
            <a:avLst/>
          </a:prstGeom>
        </p:spPr>
      </p:pic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880BDDE1-70EF-4C96-BACA-F6C493403C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92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원가 추정</a:t>
            </a:r>
          </a:p>
        </p:txBody>
      </p:sp>
      <p:sp>
        <p:nvSpPr>
          <p:cNvPr id="12" name="line-16">
            <a:extLst xmlns:a="http://schemas.openxmlformats.org/drawingml/2006/main">
              <a:ext uri="{FF2B5EF4-FFF2-40B4-BE49-F238E27FC236}">
                <a16:creationId xmlns:a16="http://schemas.microsoft.com/office/drawing/2014/main" id="{45652AF1-49E3-490F-B4B7-2C39BC5C62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744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13" name="line-17">
            <a:extLst xmlns:a="http://schemas.openxmlformats.org/drawingml/2006/main">
              <a:ext uri="{FF2B5EF4-FFF2-40B4-BE49-F238E27FC236}">
                <a16:creationId xmlns:a16="http://schemas.microsoft.com/office/drawing/2014/main" id="{F5196D59-6B74-4AFC-8703-62C9BDDAF5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204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ccee2ecb5418b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4060356" y="288000"/>
            <a:ext cx="843288" cy="540000"/>
          </a:xfrm>
          <a:prstGeom xmlns:a="http://schemas.openxmlformats.org/drawingml/2006/main" prst="rect">
            <a:avLst/>
          </a:prstGeom>
        </p:spPr>
      </p:pic>
      <p:sp>
        <p:nvSpPr>
          <p:cNvPr id="15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BACA4A5E-7FE2-4221-A194-504F869004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0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원가 구성</a:t>
            </a:r>
          </a:p>
        </p:txBody>
      </p:sp>
      <p:sp>
        <p:nvSpPr>
          <p:cNvPr id="16" name="line-18">
            <a:extLst xmlns:a="http://schemas.openxmlformats.org/drawingml/2006/main">
              <a:ext uri="{FF2B5EF4-FFF2-40B4-BE49-F238E27FC236}">
                <a16:creationId xmlns:a16="http://schemas.microsoft.com/office/drawing/2014/main" id="{A7D7BADA-5EF7-420B-8436-66D074D879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5022000" y="558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17" name="line-19">
            <a:extLst xmlns:a="http://schemas.openxmlformats.org/drawingml/2006/main">
              <a:ext uri="{FF2B5EF4-FFF2-40B4-BE49-F238E27FC236}">
                <a16:creationId xmlns:a16="http://schemas.microsoft.com/office/drawing/2014/main" id="{909A1B0B-5BC7-44C3-83EB-D57A9E88DD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4482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377d2e639425b">
            <a:clrChange>
              <a:clrFrom>
                <a:srgbClr val="F4F6F7"/>
              </a:clrFrom>
              <a:clrTo>
                <a:srgbClr val="F4F6F7">
                  <a:alpha val="0"/>
                </a:srgbClr>
              </a:clrTo>
            </a:clrChange>
          </a:blip>
          <a:stretch xmlns:a="http://schemas.openxmlformats.org/drawingml/2006/main"/>
        </p:blipFill>
        <p:spPr>
          <a:xfrm xmlns:a="http://schemas.openxmlformats.org/drawingml/2006/main">
            <a:off x="5309416" y="288000"/>
            <a:ext cx="901169" cy="540000"/>
          </a:xfrm>
          <a:prstGeom xmlns:a="http://schemas.openxmlformats.org/drawingml/2006/main" prst="rect">
            <a:avLst/>
          </a:prstGeom>
        </p:spPr>
      </p:pic>
      <p:sp>
        <p:nvSpPr>
          <p:cNvPr id="19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D9B78B08-DF91-41B1-8500-B540A7CCFF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8000" y="972000"/>
            <a:ext cx="122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후보 순위</a:t>
            </a:r>
          </a:p>
        </p:txBody>
      </p:sp>
      <p:sp>
        <p:nvSpPr>
          <p:cNvPr id="20" name="line-20">
            <a:extLst xmlns:a="http://schemas.openxmlformats.org/drawingml/2006/main">
              <a:ext uri="{FF2B5EF4-FFF2-40B4-BE49-F238E27FC236}">
                <a16:creationId xmlns:a16="http://schemas.microsoft.com/office/drawing/2014/main" id="{60842C33-1BA0-4C50-9A7D-04FC2CDE32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5760000" y="1332000"/>
            <a:ext cx="0" cy="10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sp>
        <p:nvSpPr>
          <p:cNvPr id="21" name="line-21">
            <a:extLst xmlns:a="http://schemas.openxmlformats.org/drawingml/2006/main">
              <a:ext uri="{FF2B5EF4-FFF2-40B4-BE49-F238E27FC236}">
                <a16:creationId xmlns:a16="http://schemas.microsoft.com/office/drawing/2014/main" id="{62D7AC0A-C743-48E4-A6F3-2457E7B0D6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648000" y="1440000"/>
            <a:ext cx="511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985">
            <a:solidFill>
              <a:srgbClr val="C3CBCE"/>
            </a:solidFill>
            <a:prstDash val="solid"/>
          </a:ln>
        </p:spPr>
      </p:sp>
      <p:sp>
        <p:nvSpPr>
          <p:cNvPr id="22" name="line-22">
            <a:extLst xmlns:a="http://schemas.openxmlformats.org/drawingml/2006/main">
              <a:ext uri="{FF2B5EF4-FFF2-40B4-BE49-F238E27FC236}">
                <a16:creationId xmlns:a16="http://schemas.microsoft.com/office/drawing/2014/main" id="{7950295D-8CBB-41A9-A551-296E505743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204000" y="1440000"/>
            <a:ext cx="0" cy="14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B6F78"/>
            </a:solidFill>
            <a:prstDash val="solid"/>
            <a:tailEnd type="triangle" w="sm" len="sm"/>
          </a:ln>
        </p:spPr>
      </p:sp>
      <p:sp>
        <p:nvSpPr>
          <p:cNvPr id="23" name="record-band">
            <a:extLst xmlns:a="http://schemas.openxmlformats.org/drawingml/2006/main">
              <a:ext uri="{FF2B5EF4-FFF2-40B4-BE49-F238E27FC236}">
                <a16:creationId xmlns:a16="http://schemas.microsoft.com/office/drawing/2014/main" id="{12A0A8D6-C1D9-4C92-9DA4-480B6EB063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0000" y="1620000"/>
            <a:ext cx="604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5"/>
          </a:solidFill>
          <a:ln xmlns:a="http://schemas.openxmlformats.org/drawingml/2006/main" w="0">
            <a:noFill/>
          </a:ln>
        </p:spPr>
      </p:sp>
      <p:sp>
        <p:nvSpPr>
          <p:cNvPr id="24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CD9D6261-2690-4403-9729-B791E7E101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8000" y="1656000"/>
            <a:ext cx="126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1B6F78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B6F78"/>
                </a:solidFill>
                <a:latin typeface="Malgun Gothic"/>
                <a:ea typeface="Malgun Gothic"/>
                <a:cs typeface="Malgun Gothic"/>
              </a:rPr>
              <a:t>분석 기록</a:t>
            </a:r>
          </a:p>
        </p:txBody>
      </p:sp>
      <p:sp>
        <p:nvSpPr>
          <p:cNvPr id="25" name="record-0">
            <a:extLst xmlns:a="http://schemas.openxmlformats.org/drawingml/2006/main">
              <a:ext uri="{FF2B5EF4-FFF2-40B4-BE49-F238E27FC236}">
                <a16:creationId xmlns:a16="http://schemas.microsoft.com/office/drawing/2014/main" id="{379CF3F6-4081-448D-803D-05BFE8C98F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4000" y="1656000"/>
            <a:ext cx="14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데이터 출처</a:t>
            </a:r>
          </a:p>
        </p:txBody>
      </p:sp>
      <p:sp>
        <p:nvSpPr>
          <p:cNvPr id="26" name="record-1">
            <a:extLst xmlns:a="http://schemas.openxmlformats.org/drawingml/2006/main">
              <a:ext uri="{FF2B5EF4-FFF2-40B4-BE49-F238E27FC236}">
                <a16:creationId xmlns:a16="http://schemas.microsoft.com/office/drawing/2014/main" id="{B2BC5BD4-87F0-42B6-94F0-A778160D7A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96000" y="1656000"/>
            <a:ext cx="14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계산 가정</a:t>
            </a:r>
          </a:p>
        </p:txBody>
      </p:sp>
      <p:sp>
        <p:nvSpPr>
          <p:cNvPr id="27" name="record-2">
            <a:extLst xmlns:a="http://schemas.openxmlformats.org/drawingml/2006/main">
              <a:ext uri="{FF2B5EF4-FFF2-40B4-BE49-F238E27FC236}">
                <a16:creationId xmlns:a16="http://schemas.microsoft.com/office/drawing/2014/main" id="{ACC46D91-6D4B-4DE9-90E0-EC9F779FBE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08000" y="1656000"/>
            <a:ext cx="14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재현 정보</a:t>
            </a:r>
          </a:p>
        </p:txBody>
      </p:sp>
      <p:sp>
        <p:nvSpPr>
          <p:cNvPr id="28" name="line-23">
            <a:extLst xmlns:a="http://schemas.openxmlformats.org/drawingml/2006/main">
              <a:ext uri="{FF2B5EF4-FFF2-40B4-BE49-F238E27FC236}">
                <a16:creationId xmlns:a16="http://schemas.microsoft.com/office/drawing/2014/main" id="{910B7A20-CA63-4222-BDD8-4EBF07FABE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548000" y="1728000"/>
            <a:ext cx="0" cy="3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3CBC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48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COMET</dc:creator>
  <lastModifiedBy>COMET</lastModifiedBy>
  <dc:title>Presentation</dc:title>
  <dcterms:created xsi:type="dcterms:W3CDTF">2026-09-13T03:53:14.7310000Z</dcterms:created>
  <dcterms:modified xsi:type="dcterms:W3CDTF">2026-09-13T03:53:14.7310000Z</dcterms:modified>
</coreProperties>
</file>
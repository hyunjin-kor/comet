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791db53d5d44553" /><Relationship Type="http://schemas.openxmlformats.org/officeDocument/2006/relationships/extended-properties" Target="/docProps/app.xml" Id="R5374a760af814141" /><Relationship Type="http://schemas.openxmlformats.org/officeDocument/2006/relationships/officeDocument" Target="/ppt/presentation.xml" Id="R26db77dff99e4bff" /></Relationships>
</file>

<file path=ppt/presentation.xml><?xml version="1.0" encoding="utf-8"?>
<p:presentation xmlns:p="http://schemas.openxmlformats.org/presentationml/2006/main">
  <p:sldMasterIdLst>
    <p:sldMasterId xmlns:r="http://schemas.openxmlformats.org/officeDocument/2006/relationships" id="2147483648" r:id="Rf878315649de4b0a"/>
  </p:sldMasterIdLst>
  <p:notesMasterIdLst>
    <p:notesMasterId xmlns:r="http://schemas.openxmlformats.org/officeDocument/2006/relationships" r:id="R47b5d22e04014854"/>
  </p:notesMasterIdLst>
  <p:sldIdLst>
    <p:sldId xmlns:r="http://schemas.openxmlformats.org/officeDocument/2006/relationships" id="256" r:id="R226cd2b4380442c1"/>
    <p:sldId xmlns:r="http://schemas.openxmlformats.org/officeDocument/2006/relationships" id="257" r:id="R9170a704ee344d18"/>
  </p:sldIdLst>
  <p:sldSz cx="13335000" cy="4445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0535cbf4e84470" /><Relationship Type="http://schemas.openxmlformats.org/officeDocument/2006/relationships/slideMaster" Target="/ppt/slideMasters/slideMaster1.xml" Id="Rf878315649de4b0a" /><Relationship Type="http://schemas.openxmlformats.org/officeDocument/2006/relationships/notesMaster" Target="/ppt/notesMasters/notesMaster1.xml" Id="R47b5d22e04014854" /><Relationship Type="http://schemas.openxmlformats.org/officeDocument/2006/relationships/presProps" Target="/ppt/presProps.xml" Id="R2ccd6d15cd974a06" /><Relationship Type="http://schemas.openxmlformats.org/officeDocument/2006/relationships/tableStyles" Target="/ppt/tableStyles.xml" Id="R943daa2b379c4032" /><Relationship Type="http://schemas.openxmlformats.org/officeDocument/2006/relationships/slide" Target="/ppt/slides/slide1.xml" Id="R226cd2b4380442c1" /><Relationship Type="http://schemas.openxmlformats.org/officeDocument/2006/relationships/slide" Target="/ppt/slides/slide2.xml" Id="R9170a704ee344d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3ea0af7e624a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3cfd3765f4432d" /><Relationship Type="http://schemas.openxmlformats.org/officeDocument/2006/relationships/notesMaster" Target="/ppt/notesMasters/notesMaster1.xml" Id="Rb62f42967c2949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0fdceffe7a45e0" /><Relationship Type="http://schemas.openxmlformats.org/officeDocument/2006/relationships/notesMaster" Target="/ppt/notesMasters/notesMaster1.xml" Id="R73d3d28c7c154e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OpenAI image generation tool, 15 September 2026, generated conceptual laboratory apparatus. Editable labels identify generic unit operations and inputs. This illustration is not an experimental apparatus specification or quantitative result. Numerical analyses are generated separately from the frozen COMET manufacturing scenario 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OpenAI image generation tool, 15 September 2026, generated conceptual laboratory apparatus. Editable labels identify generic unit operations and inputs. This illustration is not an experimental apparatus specification or quantitative result. Numerical analyses are generated separately from the frozen COMET manufacturing scenario 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bf1f8cb79443a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1468ddcff69451b" /><Relationship Type="http://schemas.openxmlformats.org/officeDocument/2006/relationships/slideLayout" Target="/ppt/slideLayouts/slideLayout1.xml" Id="R9042915aac2b48a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42915aac2b48a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8c6e67b5b14465" /><Relationship Type="http://schemas.openxmlformats.org/officeDocument/2006/relationships/image" Target="/ppt/media/image.png" Id="R90af9e348b2e42fc" /><Relationship Type="http://schemas.openxmlformats.org/officeDocument/2006/relationships/notesSlide" Target="/ppt/notesSlides/notesSlide1.xml" Id="Rd28af70a0ea846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9344e953b724e7b" /><Relationship Type="http://schemas.openxmlformats.org/officeDocument/2006/relationships/image" Target="/ppt/media/image2.png" Id="R9735130c33514883" /><Relationship Type="http://schemas.openxmlformats.org/officeDocument/2006/relationships/notesSlide" Target="/ppt/notesSlides/notesSlide2.xml" Id="Rab3926b7868444a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FBD9F56-D0AF-499B-A4C0-620BBD48876F}"/>
              </a:ext>
            </a:extLst>
          </p:cNvPr>
          <p:cNvSpPr>
            <a:spLocks xmlns:a="http://schemas.openxmlformats.org/drawingml/2006/main" noGrp="0"/>
          </p:cNvSpPr>
          <p:nvPr/>
        </p:nvSpPr>
        <p:spPr>
          <a:xfrm xmlns:a="http://schemas.openxmlformats.org/drawingml/2006/main">
            <a:off x="0" y="0"/>
            <a:ext cx="13335000" cy="44450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0af9e348b2e42fc"/>
          <a:stretch xmlns:a="http://schemas.openxmlformats.org/drawingml/2006/main"/>
        </p:blipFill>
        <p:spPr>
          <a:xfrm xmlns:a="http://schemas.openxmlformats.org/drawingml/2006/main">
            <a:off x="0" y="0"/>
            <a:ext cx="13335000" cy="4445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959E80A-B554-4549-AF73-CE4703CAB0CB}"/>
              </a:ext>
            </a:extLst>
          </p:cNvPr>
          <p:cNvSpPr>
            <a:spLocks xmlns:a="http://schemas.openxmlformats.org/drawingml/2006/main" noGrp="0"/>
          </p:cNvSpPr>
          <p:nvPr/>
        </p:nvSpPr>
        <p:spPr>
          <a:xfrm xmlns:a="http://schemas.openxmlformats.org/drawingml/2006/main">
            <a:off x="200025" y="190500"/>
            <a:ext cx="2266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325" b="1">
                <a:solidFill>
                  <a:srgbClr val="1F2A30"/>
                </a:solidFill>
                <a:latin typeface="Arial"/>
                <a:ea typeface="Arial"/>
                <a:cs typeface="Arial"/>
              </a:defRPr>
            </a:pPr>
            <a:r>
              <a:rPr sz="2325" b="1">
                <a:solidFill>
                  <a:srgbClr val="1F2A30"/>
                </a:solidFill>
                <a:latin typeface="Arial"/>
                <a:ea typeface="Arial"/>
                <a:cs typeface="Arial"/>
              </a:rPr>
              <a:t>Impregnation</a:t>
            </a:r>
          </a:p>
        </p:txBody>
      </p:sp>
      <p:sp>
        <p:nvSpPr>
          <p:cNvPr id="4" name="">
            <a:extLst xmlns:a="http://schemas.openxmlformats.org/drawingml/2006/main">
              <a:ext uri="{FF2B5EF4-FFF2-40B4-BE49-F238E27FC236}">
                <a16:creationId xmlns:a16="http://schemas.microsoft.com/office/drawing/2014/main" id="{CEAFBAF7-90A8-49C2-9399-D4BBF11E99A8}"/>
              </a:ext>
            </a:extLst>
          </p:cNvPr>
          <p:cNvSpPr>
            <a:spLocks xmlns:a="http://schemas.openxmlformats.org/drawingml/2006/main" noGrp="0"/>
          </p:cNvSpPr>
          <p:nvPr/>
        </p:nvSpPr>
        <p:spPr>
          <a:xfrm xmlns:a="http://schemas.openxmlformats.org/drawingml/2006/main">
            <a:off x="200025" y="3838575"/>
            <a:ext cx="2266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0">
                <a:solidFill>
                  <a:srgbClr val="1F2A30"/>
                </a:solidFill>
                <a:latin typeface="Arial"/>
                <a:ea typeface="Arial"/>
                <a:cs typeface="Arial"/>
              </a:defRPr>
            </a:pPr>
            <a:r>
              <a:rPr sz="2100" b="0">
                <a:solidFill>
                  <a:srgbClr val="1F2A30"/>
                </a:solidFill>
                <a:latin typeface="Arial"/>
                <a:ea typeface="Arial"/>
                <a:cs typeface="Arial"/>
              </a:rPr>
              <a:t>Time</a:t>
            </a:r>
          </a:p>
        </p:txBody>
      </p:sp>
      <p:sp>
        <p:nvSpPr>
          <p:cNvPr id="5" name="">
            <a:extLst xmlns:a="http://schemas.openxmlformats.org/drawingml/2006/main">
              <a:ext uri="{FF2B5EF4-FFF2-40B4-BE49-F238E27FC236}">
                <a16:creationId xmlns:a16="http://schemas.microsoft.com/office/drawing/2014/main" id="{E332E074-C8FC-48AF-879F-1C60FA87B790}"/>
              </a:ext>
            </a:extLst>
          </p:cNvPr>
          <p:cNvSpPr>
            <a:spLocks xmlns:a="http://schemas.openxmlformats.org/drawingml/2006/main" noGrp="0"/>
          </p:cNvSpPr>
          <p:nvPr/>
        </p:nvSpPr>
        <p:spPr>
          <a:xfrm xmlns:a="http://schemas.openxmlformats.org/drawingml/2006/main">
            <a:off x="2600325" y="190500"/>
            <a:ext cx="2266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325" b="1">
                <a:solidFill>
                  <a:srgbClr val="1F2A30"/>
                </a:solidFill>
                <a:latin typeface="Arial"/>
                <a:ea typeface="Arial"/>
                <a:cs typeface="Arial"/>
              </a:defRPr>
            </a:pPr>
            <a:r>
              <a:rPr sz="2325" b="1">
                <a:solidFill>
                  <a:srgbClr val="1F2A30"/>
                </a:solidFill>
                <a:latin typeface="Arial"/>
                <a:ea typeface="Arial"/>
                <a:cs typeface="Arial"/>
              </a:rPr>
              <a:t>Drying</a:t>
            </a:r>
          </a:p>
        </p:txBody>
      </p:sp>
      <p:sp>
        <p:nvSpPr>
          <p:cNvPr id="6" name="">
            <a:extLst xmlns:a="http://schemas.openxmlformats.org/drawingml/2006/main">
              <a:ext uri="{FF2B5EF4-FFF2-40B4-BE49-F238E27FC236}">
                <a16:creationId xmlns:a16="http://schemas.microsoft.com/office/drawing/2014/main" id="{FC91C1BF-9EE4-4328-84D3-B5657418A1F0}"/>
              </a:ext>
            </a:extLst>
          </p:cNvPr>
          <p:cNvSpPr>
            <a:spLocks xmlns:a="http://schemas.openxmlformats.org/drawingml/2006/main" noGrp="0"/>
          </p:cNvSpPr>
          <p:nvPr/>
        </p:nvSpPr>
        <p:spPr>
          <a:xfrm xmlns:a="http://schemas.openxmlformats.org/drawingml/2006/main">
            <a:off x="2600325" y="3838575"/>
            <a:ext cx="2266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0">
                <a:solidFill>
                  <a:srgbClr val="1F2A30"/>
                </a:solidFill>
                <a:latin typeface="Arial"/>
                <a:ea typeface="Arial"/>
                <a:cs typeface="Arial"/>
              </a:defRPr>
            </a:pPr>
            <a:r>
              <a:rPr sz="2100" b="0">
                <a:solidFill>
                  <a:srgbClr val="1F2A30"/>
                </a:solidFill>
                <a:latin typeface="Arial"/>
                <a:ea typeface="Arial"/>
                <a:cs typeface="Arial"/>
              </a:rPr>
              <a:t>Time / energy</a:t>
            </a:r>
          </a:p>
        </p:txBody>
      </p:sp>
      <p:sp>
        <p:nvSpPr>
          <p:cNvPr id="7" name="">
            <a:extLst xmlns:a="http://schemas.openxmlformats.org/drawingml/2006/main">
              <a:ext uri="{FF2B5EF4-FFF2-40B4-BE49-F238E27FC236}">
                <a16:creationId xmlns:a16="http://schemas.microsoft.com/office/drawing/2014/main" id="{982C6FAF-4911-4A1C-A16F-2C82E768CA1F}"/>
              </a:ext>
            </a:extLst>
          </p:cNvPr>
          <p:cNvSpPr>
            <a:spLocks xmlns:a="http://schemas.openxmlformats.org/drawingml/2006/main" noGrp="0"/>
          </p:cNvSpPr>
          <p:nvPr/>
        </p:nvSpPr>
        <p:spPr>
          <a:xfrm xmlns:a="http://schemas.openxmlformats.org/drawingml/2006/main">
            <a:off x="5000625" y="190500"/>
            <a:ext cx="2266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325" b="1">
                <a:solidFill>
                  <a:srgbClr val="1F2A30"/>
                </a:solidFill>
                <a:latin typeface="Arial"/>
                <a:ea typeface="Arial"/>
                <a:cs typeface="Arial"/>
              </a:defRPr>
            </a:pPr>
            <a:r>
              <a:rPr sz="2325" b="1">
                <a:solidFill>
                  <a:srgbClr val="1F2A30"/>
                </a:solidFill>
                <a:latin typeface="Arial"/>
                <a:ea typeface="Arial"/>
                <a:cs typeface="Arial"/>
              </a:rPr>
              <a:t>Calcination</a:t>
            </a:r>
          </a:p>
        </p:txBody>
      </p:sp>
      <p:sp>
        <p:nvSpPr>
          <p:cNvPr id="8" name="">
            <a:extLst xmlns:a="http://schemas.openxmlformats.org/drawingml/2006/main">
              <a:ext uri="{FF2B5EF4-FFF2-40B4-BE49-F238E27FC236}">
                <a16:creationId xmlns:a16="http://schemas.microsoft.com/office/drawing/2014/main" id="{7EF088E8-3254-434E-9042-8A6185EF1F6C}"/>
              </a:ext>
            </a:extLst>
          </p:cNvPr>
          <p:cNvSpPr>
            <a:spLocks xmlns:a="http://schemas.openxmlformats.org/drawingml/2006/main" noGrp="0"/>
          </p:cNvSpPr>
          <p:nvPr/>
        </p:nvSpPr>
        <p:spPr>
          <a:xfrm xmlns:a="http://schemas.openxmlformats.org/drawingml/2006/main">
            <a:off x="5000625" y="3838575"/>
            <a:ext cx="2266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0">
                <a:solidFill>
                  <a:srgbClr val="1F2A30"/>
                </a:solidFill>
                <a:latin typeface="Arial"/>
                <a:ea typeface="Arial"/>
                <a:cs typeface="Arial"/>
              </a:defRPr>
            </a:pPr>
            <a:r>
              <a:rPr sz="2100" b="0">
                <a:solidFill>
                  <a:srgbClr val="1F2A30"/>
                </a:solidFill>
                <a:latin typeface="Arial"/>
                <a:ea typeface="Arial"/>
                <a:cs typeface="Arial"/>
              </a:rPr>
              <a:t>Time / energy</a:t>
            </a:r>
          </a:p>
        </p:txBody>
      </p:sp>
      <p:sp>
        <p:nvSpPr>
          <p:cNvPr id="9" name="">
            <a:extLst xmlns:a="http://schemas.openxmlformats.org/drawingml/2006/main">
              <a:ext uri="{FF2B5EF4-FFF2-40B4-BE49-F238E27FC236}">
                <a16:creationId xmlns:a16="http://schemas.microsoft.com/office/drawing/2014/main" id="{AB7D8FAD-F5F5-429C-9B9B-A4DCFFB06404}"/>
              </a:ext>
            </a:extLst>
          </p:cNvPr>
          <p:cNvSpPr>
            <a:spLocks xmlns:a="http://schemas.openxmlformats.org/drawingml/2006/main" noGrp="0"/>
          </p:cNvSpPr>
          <p:nvPr/>
        </p:nvSpPr>
        <p:spPr>
          <a:xfrm xmlns:a="http://schemas.openxmlformats.org/drawingml/2006/main">
            <a:off x="8201025" y="190500"/>
            <a:ext cx="2266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325" b="1">
                <a:solidFill>
                  <a:srgbClr val="1F2A30"/>
                </a:solidFill>
                <a:latin typeface="Arial"/>
                <a:ea typeface="Arial"/>
                <a:cs typeface="Arial"/>
              </a:defRPr>
            </a:pPr>
            <a:r>
              <a:rPr sz="2325" b="1">
                <a:solidFill>
                  <a:srgbClr val="1F2A30"/>
                </a:solidFill>
                <a:latin typeface="Arial"/>
                <a:ea typeface="Arial"/>
                <a:cs typeface="Arial"/>
              </a:rPr>
              <a:t>Reduction</a:t>
            </a:r>
          </a:p>
        </p:txBody>
      </p:sp>
      <p:sp>
        <p:nvSpPr>
          <p:cNvPr id="10" name="">
            <a:extLst xmlns:a="http://schemas.openxmlformats.org/drawingml/2006/main">
              <a:ext uri="{FF2B5EF4-FFF2-40B4-BE49-F238E27FC236}">
                <a16:creationId xmlns:a16="http://schemas.microsoft.com/office/drawing/2014/main" id="{C980A17A-24CF-42BF-AB04-BC27EF2FCE33}"/>
              </a:ext>
            </a:extLst>
          </p:cNvPr>
          <p:cNvSpPr>
            <a:spLocks xmlns:a="http://schemas.openxmlformats.org/drawingml/2006/main" noGrp="0"/>
          </p:cNvSpPr>
          <p:nvPr/>
        </p:nvSpPr>
        <p:spPr>
          <a:xfrm xmlns:a="http://schemas.openxmlformats.org/drawingml/2006/main">
            <a:off x="8201025" y="3838575"/>
            <a:ext cx="2266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0">
                <a:solidFill>
                  <a:srgbClr val="1F2A30"/>
                </a:solidFill>
                <a:latin typeface="Arial"/>
                <a:ea typeface="Arial"/>
                <a:cs typeface="Arial"/>
              </a:defRPr>
            </a:pPr>
            <a:r>
              <a:rPr sz="2100" b="0">
                <a:solidFill>
                  <a:srgbClr val="1F2A30"/>
                </a:solidFill>
                <a:latin typeface="Arial"/>
                <a:ea typeface="Arial"/>
                <a:cs typeface="Arial"/>
              </a:rPr>
              <a:t>Time / gas</a:t>
            </a:r>
          </a:p>
        </p:txBody>
      </p:sp>
      <p:sp>
        <p:nvSpPr>
          <p:cNvPr id="11" name="">
            <a:extLst xmlns:a="http://schemas.openxmlformats.org/drawingml/2006/main">
              <a:ext uri="{FF2B5EF4-FFF2-40B4-BE49-F238E27FC236}">
                <a16:creationId xmlns:a16="http://schemas.microsoft.com/office/drawing/2014/main" id="{9931A521-5DE8-4E3C-B604-BE3E33E203C1}"/>
              </a:ext>
            </a:extLst>
          </p:cNvPr>
          <p:cNvSpPr>
            <a:spLocks xmlns:a="http://schemas.openxmlformats.org/drawingml/2006/main" noGrp="0"/>
          </p:cNvSpPr>
          <p:nvPr/>
        </p:nvSpPr>
        <p:spPr>
          <a:xfrm xmlns:a="http://schemas.openxmlformats.org/drawingml/2006/main">
            <a:off x="11287125" y="190500"/>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325" b="1">
                <a:solidFill>
                  <a:srgbClr val="1F2A30"/>
                </a:solidFill>
                <a:latin typeface="Arial"/>
                <a:ea typeface="Arial"/>
                <a:cs typeface="Arial"/>
              </a:defRPr>
            </a:pPr>
            <a:r>
              <a:rPr sz="2325" b="1">
                <a:solidFill>
                  <a:srgbClr val="1F2A30"/>
                </a:solidFill>
                <a:latin typeface="Arial"/>
                <a:ea typeface="Arial"/>
                <a:cs typeface="Arial"/>
              </a:rPr>
              <a:t>Dry output</a:t>
            </a:r>
          </a:p>
        </p:txBody>
      </p:sp>
      <p:sp>
        <p:nvSpPr>
          <p:cNvPr id="12" name="">
            <a:extLst xmlns:a="http://schemas.openxmlformats.org/drawingml/2006/main">
              <a:ext uri="{FF2B5EF4-FFF2-40B4-BE49-F238E27FC236}">
                <a16:creationId xmlns:a16="http://schemas.microsoft.com/office/drawing/2014/main" id="{1BFD136C-C997-4C58-8EF5-0AE529DED215}"/>
              </a:ext>
            </a:extLst>
          </p:cNvPr>
          <p:cNvSpPr>
            <a:spLocks xmlns:a="http://schemas.openxmlformats.org/drawingml/2006/main" noGrp="0"/>
          </p:cNvSpPr>
          <p:nvPr/>
        </p:nvSpPr>
        <p:spPr>
          <a:xfrm xmlns:a="http://schemas.openxmlformats.org/drawingml/2006/main">
            <a:off x="11287125" y="3838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0">
                <a:solidFill>
                  <a:srgbClr val="1F2A30"/>
                </a:solidFill>
                <a:latin typeface="Arial"/>
                <a:ea typeface="Arial"/>
                <a:cs typeface="Arial"/>
              </a:defRPr>
            </a:pPr>
            <a:r>
              <a:rPr sz="2100" b="0">
                <a:solidFill>
                  <a:srgbClr val="1F2A30"/>
                </a:solidFill>
                <a:latin typeface="Arial"/>
                <a:ea typeface="Arial"/>
                <a:cs typeface="Arial"/>
              </a:rPr>
              <a:t>Mass</a:t>
            </a:r>
          </a:p>
        </p:txBody>
      </p:sp>
    </p:spTree>
    <p:extLst>
      <p:ext uri="{BB962C8B-B14F-4D97-AF65-F5344CB8AC3E}">
        <p14:creationId xmlns:p14="http://schemas.microsoft.com/office/powerpoint/2010/main" val="136995848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8DF8BC6-6840-4E09-BD4D-BE487502C5F4}"/>
              </a:ext>
            </a:extLst>
          </p:cNvPr>
          <p:cNvSpPr>
            <a:spLocks xmlns:a="http://schemas.openxmlformats.org/drawingml/2006/main" noGrp="0"/>
          </p:cNvSpPr>
          <p:nvPr/>
        </p:nvSpPr>
        <p:spPr>
          <a:xfrm xmlns:a="http://schemas.openxmlformats.org/drawingml/2006/main">
            <a:off x="0" y="0"/>
            <a:ext cx="13335000" cy="44450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735130c33514883"/>
          <a:stretch xmlns:a="http://schemas.openxmlformats.org/drawingml/2006/main"/>
        </p:blipFill>
        <p:spPr>
          <a:xfrm xmlns:a="http://schemas.openxmlformats.org/drawingml/2006/main">
            <a:off x="0" y="0"/>
            <a:ext cx="13335000" cy="4445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BE63AF1-BB11-4A79-9976-657D4D8F381C}"/>
              </a:ext>
            </a:extLst>
          </p:cNvPr>
          <p:cNvSpPr>
            <a:spLocks xmlns:a="http://schemas.openxmlformats.org/drawingml/2006/main" noGrp="0"/>
          </p:cNvSpPr>
          <p:nvPr/>
        </p:nvSpPr>
        <p:spPr>
          <a:xfrm xmlns:a="http://schemas.openxmlformats.org/drawingml/2006/main">
            <a:off x="200025" y="190500"/>
            <a:ext cx="2266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325" b="1">
                <a:solidFill>
                  <a:srgbClr val="1F2A30"/>
                </a:solidFill>
                <a:latin typeface="Malgun Gothic"/>
                <a:ea typeface="Malgun Gothic"/>
                <a:cs typeface="Malgun Gothic"/>
              </a:defRPr>
            </a:pPr>
            <a:r>
              <a:rPr sz="2325" b="1">
                <a:solidFill>
                  <a:srgbClr val="1F2A30"/>
                </a:solidFill>
                <a:latin typeface="Malgun Gothic"/>
                <a:ea typeface="Malgun Gothic"/>
                <a:cs typeface="Malgun Gothic"/>
              </a:rPr>
              <a:t>함침</a:t>
            </a:r>
          </a:p>
        </p:txBody>
      </p:sp>
      <p:sp>
        <p:nvSpPr>
          <p:cNvPr id="4" name="">
            <a:extLst xmlns:a="http://schemas.openxmlformats.org/drawingml/2006/main">
              <a:ext uri="{FF2B5EF4-FFF2-40B4-BE49-F238E27FC236}">
                <a16:creationId xmlns:a16="http://schemas.microsoft.com/office/drawing/2014/main" id="{4E9BDA05-0513-4E31-A00D-EEE9E2F218A2}"/>
              </a:ext>
            </a:extLst>
          </p:cNvPr>
          <p:cNvSpPr>
            <a:spLocks xmlns:a="http://schemas.openxmlformats.org/drawingml/2006/main" noGrp="0"/>
          </p:cNvSpPr>
          <p:nvPr/>
        </p:nvSpPr>
        <p:spPr>
          <a:xfrm xmlns:a="http://schemas.openxmlformats.org/drawingml/2006/main">
            <a:off x="200025" y="3838575"/>
            <a:ext cx="2266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0">
                <a:solidFill>
                  <a:srgbClr val="1F2A30"/>
                </a:solidFill>
                <a:latin typeface="Malgun Gothic"/>
                <a:ea typeface="Malgun Gothic"/>
                <a:cs typeface="Malgun Gothic"/>
              </a:defRPr>
            </a:pPr>
            <a:r>
              <a:rPr sz="2100" b="0">
                <a:solidFill>
                  <a:srgbClr val="1F2A30"/>
                </a:solidFill>
                <a:latin typeface="Malgun Gothic"/>
                <a:ea typeface="Malgun Gothic"/>
                <a:cs typeface="Malgun Gothic"/>
              </a:rPr>
              <a:t>시간</a:t>
            </a:r>
          </a:p>
        </p:txBody>
      </p:sp>
      <p:sp>
        <p:nvSpPr>
          <p:cNvPr id="5" name="">
            <a:extLst xmlns:a="http://schemas.openxmlformats.org/drawingml/2006/main">
              <a:ext uri="{FF2B5EF4-FFF2-40B4-BE49-F238E27FC236}">
                <a16:creationId xmlns:a16="http://schemas.microsoft.com/office/drawing/2014/main" id="{BC5FF237-6FD5-4353-8987-82A45396792B}"/>
              </a:ext>
            </a:extLst>
          </p:cNvPr>
          <p:cNvSpPr>
            <a:spLocks xmlns:a="http://schemas.openxmlformats.org/drawingml/2006/main" noGrp="0"/>
          </p:cNvSpPr>
          <p:nvPr/>
        </p:nvSpPr>
        <p:spPr>
          <a:xfrm xmlns:a="http://schemas.openxmlformats.org/drawingml/2006/main">
            <a:off x="2600325" y="190500"/>
            <a:ext cx="2266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325" b="1">
                <a:solidFill>
                  <a:srgbClr val="1F2A30"/>
                </a:solidFill>
                <a:latin typeface="Malgun Gothic"/>
                <a:ea typeface="Malgun Gothic"/>
                <a:cs typeface="Malgun Gothic"/>
              </a:defRPr>
            </a:pPr>
            <a:r>
              <a:rPr sz="2325" b="1">
                <a:solidFill>
                  <a:srgbClr val="1F2A30"/>
                </a:solidFill>
                <a:latin typeface="Malgun Gothic"/>
                <a:ea typeface="Malgun Gothic"/>
                <a:cs typeface="Malgun Gothic"/>
              </a:rPr>
              <a:t>건조</a:t>
            </a:r>
          </a:p>
        </p:txBody>
      </p:sp>
      <p:sp>
        <p:nvSpPr>
          <p:cNvPr id="6" name="">
            <a:extLst xmlns:a="http://schemas.openxmlformats.org/drawingml/2006/main">
              <a:ext uri="{FF2B5EF4-FFF2-40B4-BE49-F238E27FC236}">
                <a16:creationId xmlns:a16="http://schemas.microsoft.com/office/drawing/2014/main" id="{EBE55D5E-5439-4C39-B1F3-4FFE385CD1A4}"/>
              </a:ext>
            </a:extLst>
          </p:cNvPr>
          <p:cNvSpPr>
            <a:spLocks xmlns:a="http://schemas.openxmlformats.org/drawingml/2006/main" noGrp="0"/>
          </p:cNvSpPr>
          <p:nvPr/>
        </p:nvSpPr>
        <p:spPr>
          <a:xfrm xmlns:a="http://schemas.openxmlformats.org/drawingml/2006/main">
            <a:off x="2600325" y="3838575"/>
            <a:ext cx="2266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0">
                <a:solidFill>
                  <a:srgbClr val="1F2A30"/>
                </a:solidFill>
                <a:latin typeface="Malgun Gothic"/>
                <a:ea typeface="Malgun Gothic"/>
                <a:cs typeface="Malgun Gothic"/>
              </a:defRPr>
            </a:pPr>
            <a:r>
              <a:rPr sz="2100" b="0">
                <a:solidFill>
                  <a:srgbClr val="1F2A30"/>
                </a:solidFill>
                <a:latin typeface="Malgun Gothic"/>
                <a:ea typeface="Malgun Gothic"/>
                <a:cs typeface="Malgun Gothic"/>
              </a:rPr>
              <a:t>시간 / 에너지</a:t>
            </a:r>
          </a:p>
        </p:txBody>
      </p:sp>
      <p:sp>
        <p:nvSpPr>
          <p:cNvPr id="7" name="">
            <a:extLst xmlns:a="http://schemas.openxmlformats.org/drawingml/2006/main">
              <a:ext uri="{FF2B5EF4-FFF2-40B4-BE49-F238E27FC236}">
                <a16:creationId xmlns:a16="http://schemas.microsoft.com/office/drawing/2014/main" id="{412DE4B9-8C29-43F7-93ED-CE926D4A48A3}"/>
              </a:ext>
            </a:extLst>
          </p:cNvPr>
          <p:cNvSpPr>
            <a:spLocks xmlns:a="http://schemas.openxmlformats.org/drawingml/2006/main" noGrp="0"/>
          </p:cNvSpPr>
          <p:nvPr/>
        </p:nvSpPr>
        <p:spPr>
          <a:xfrm xmlns:a="http://schemas.openxmlformats.org/drawingml/2006/main">
            <a:off x="5000625" y="190500"/>
            <a:ext cx="2266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325" b="1">
                <a:solidFill>
                  <a:srgbClr val="1F2A30"/>
                </a:solidFill>
                <a:latin typeface="Malgun Gothic"/>
                <a:ea typeface="Malgun Gothic"/>
                <a:cs typeface="Malgun Gothic"/>
              </a:defRPr>
            </a:pPr>
            <a:r>
              <a:rPr sz="2325" b="1">
                <a:solidFill>
                  <a:srgbClr val="1F2A30"/>
                </a:solidFill>
                <a:latin typeface="Malgun Gothic"/>
                <a:ea typeface="Malgun Gothic"/>
                <a:cs typeface="Malgun Gothic"/>
              </a:rPr>
              <a:t>소성</a:t>
            </a:r>
          </a:p>
        </p:txBody>
      </p:sp>
      <p:sp>
        <p:nvSpPr>
          <p:cNvPr id="8" name="">
            <a:extLst xmlns:a="http://schemas.openxmlformats.org/drawingml/2006/main">
              <a:ext uri="{FF2B5EF4-FFF2-40B4-BE49-F238E27FC236}">
                <a16:creationId xmlns:a16="http://schemas.microsoft.com/office/drawing/2014/main" id="{65DA681A-7AE5-443D-A5FE-A943A177D356}"/>
              </a:ext>
            </a:extLst>
          </p:cNvPr>
          <p:cNvSpPr>
            <a:spLocks xmlns:a="http://schemas.openxmlformats.org/drawingml/2006/main" noGrp="0"/>
          </p:cNvSpPr>
          <p:nvPr/>
        </p:nvSpPr>
        <p:spPr>
          <a:xfrm xmlns:a="http://schemas.openxmlformats.org/drawingml/2006/main">
            <a:off x="5000625" y="3838575"/>
            <a:ext cx="2266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0">
                <a:solidFill>
                  <a:srgbClr val="1F2A30"/>
                </a:solidFill>
                <a:latin typeface="Malgun Gothic"/>
                <a:ea typeface="Malgun Gothic"/>
                <a:cs typeface="Malgun Gothic"/>
              </a:defRPr>
            </a:pPr>
            <a:r>
              <a:rPr sz="2100" b="0">
                <a:solidFill>
                  <a:srgbClr val="1F2A30"/>
                </a:solidFill>
                <a:latin typeface="Malgun Gothic"/>
                <a:ea typeface="Malgun Gothic"/>
                <a:cs typeface="Malgun Gothic"/>
              </a:rPr>
              <a:t>시간 / 에너지</a:t>
            </a:r>
          </a:p>
        </p:txBody>
      </p:sp>
      <p:sp>
        <p:nvSpPr>
          <p:cNvPr id="9" name="">
            <a:extLst xmlns:a="http://schemas.openxmlformats.org/drawingml/2006/main">
              <a:ext uri="{FF2B5EF4-FFF2-40B4-BE49-F238E27FC236}">
                <a16:creationId xmlns:a16="http://schemas.microsoft.com/office/drawing/2014/main" id="{82272835-3B19-4053-9FE1-FC7776735F40}"/>
              </a:ext>
            </a:extLst>
          </p:cNvPr>
          <p:cNvSpPr>
            <a:spLocks xmlns:a="http://schemas.openxmlformats.org/drawingml/2006/main" noGrp="0"/>
          </p:cNvSpPr>
          <p:nvPr/>
        </p:nvSpPr>
        <p:spPr>
          <a:xfrm xmlns:a="http://schemas.openxmlformats.org/drawingml/2006/main">
            <a:off x="8201025" y="190500"/>
            <a:ext cx="2266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325" b="1">
                <a:solidFill>
                  <a:srgbClr val="1F2A30"/>
                </a:solidFill>
                <a:latin typeface="Malgun Gothic"/>
                <a:ea typeface="Malgun Gothic"/>
                <a:cs typeface="Malgun Gothic"/>
              </a:defRPr>
            </a:pPr>
            <a:r>
              <a:rPr sz="2325" b="1">
                <a:solidFill>
                  <a:srgbClr val="1F2A30"/>
                </a:solidFill>
                <a:latin typeface="Malgun Gothic"/>
                <a:ea typeface="Malgun Gothic"/>
                <a:cs typeface="Malgun Gothic"/>
              </a:rPr>
              <a:t>환원</a:t>
            </a:r>
          </a:p>
        </p:txBody>
      </p:sp>
      <p:sp>
        <p:nvSpPr>
          <p:cNvPr id="10" name="">
            <a:extLst xmlns:a="http://schemas.openxmlformats.org/drawingml/2006/main">
              <a:ext uri="{FF2B5EF4-FFF2-40B4-BE49-F238E27FC236}">
                <a16:creationId xmlns:a16="http://schemas.microsoft.com/office/drawing/2014/main" id="{046B6317-DEF1-405C-8C71-F917D9FFD8BD}"/>
              </a:ext>
            </a:extLst>
          </p:cNvPr>
          <p:cNvSpPr>
            <a:spLocks xmlns:a="http://schemas.openxmlformats.org/drawingml/2006/main" noGrp="0"/>
          </p:cNvSpPr>
          <p:nvPr/>
        </p:nvSpPr>
        <p:spPr>
          <a:xfrm xmlns:a="http://schemas.openxmlformats.org/drawingml/2006/main">
            <a:off x="8201025" y="3838575"/>
            <a:ext cx="2266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0">
                <a:solidFill>
                  <a:srgbClr val="1F2A30"/>
                </a:solidFill>
                <a:latin typeface="Malgun Gothic"/>
                <a:ea typeface="Malgun Gothic"/>
                <a:cs typeface="Malgun Gothic"/>
              </a:defRPr>
            </a:pPr>
            <a:r>
              <a:rPr sz="2100" b="0">
                <a:solidFill>
                  <a:srgbClr val="1F2A30"/>
                </a:solidFill>
                <a:latin typeface="Malgun Gothic"/>
                <a:ea typeface="Malgun Gothic"/>
                <a:cs typeface="Malgun Gothic"/>
              </a:rPr>
              <a:t>시간 / 가스</a:t>
            </a:r>
          </a:p>
        </p:txBody>
      </p:sp>
      <p:sp>
        <p:nvSpPr>
          <p:cNvPr id="11" name="">
            <a:extLst xmlns:a="http://schemas.openxmlformats.org/drawingml/2006/main">
              <a:ext uri="{FF2B5EF4-FFF2-40B4-BE49-F238E27FC236}">
                <a16:creationId xmlns:a16="http://schemas.microsoft.com/office/drawing/2014/main" id="{2FCE8BB8-A0B5-42F0-93A1-8604A39A1E6C}"/>
              </a:ext>
            </a:extLst>
          </p:cNvPr>
          <p:cNvSpPr>
            <a:spLocks xmlns:a="http://schemas.openxmlformats.org/drawingml/2006/main" noGrp="0"/>
          </p:cNvSpPr>
          <p:nvPr/>
        </p:nvSpPr>
        <p:spPr>
          <a:xfrm xmlns:a="http://schemas.openxmlformats.org/drawingml/2006/main">
            <a:off x="11287125" y="190500"/>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325" b="1">
                <a:solidFill>
                  <a:srgbClr val="1F2A30"/>
                </a:solidFill>
                <a:latin typeface="Malgun Gothic"/>
                <a:ea typeface="Malgun Gothic"/>
                <a:cs typeface="Malgun Gothic"/>
              </a:defRPr>
            </a:pPr>
            <a:r>
              <a:rPr sz="2325" b="1">
                <a:solidFill>
                  <a:srgbClr val="1F2A30"/>
                </a:solidFill>
                <a:latin typeface="Malgun Gothic"/>
                <a:ea typeface="Malgun Gothic"/>
                <a:cs typeface="Malgun Gothic"/>
              </a:rPr>
              <a:t>건조 수득량</a:t>
            </a:r>
          </a:p>
        </p:txBody>
      </p:sp>
      <p:sp>
        <p:nvSpPr>
          <p:cNvPr id="12" name="">
            <a:extLst xmlns:a="http://schemas.openxmlformats.org/drawingml/2006/main">
              <a:ext uri="{FF2B5EF4-FFF2-40B4-BE49-F238E27FC236}">
                <a16:creationId xmlns:a16="http://schemas.microsoft.com/office/drawing/2014/main" id="{3082F122-3CBF-422F-A9F3-19D504ACFB16}"/>
              </a:ext>
            </a:extLst>
          </p:cNvPr>
          <p:cNvSpPr>
            <a:spLocks xmlns:a="http://schemas.openxmlformats.org/drawingml/2006/main" noGrp="0"/>
          </p:cNvSpPr>
          <p:nvPr/>
        </p:nvSpPr>
        <p:spPr>
          <a:xfrm xmlns:a="http://schemas.openxmlformats.org/drawingml/2006/main">
            <a:off x="11287125" y="3838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0">
                <a:solidFill>
                  <a:srgbClr val="1F2A30"/>
                </a:solidFill>
                <a:latin typeface="Malgun Gothic"/>
                <a:ea typeface="Malgun Gothic"/>
                <a:cs typeface="Malgun Gothic"/>
              </a:defRPr>
            </a:pPr>
            <a:r>
              <a:rPr sz="2100" b="0">
                <a:solidFill>
                  <a:srgbClr val="1F2A30"/>
                </a:solidFill>
                <a:latin typeface="Malgun Gothic"/>
                <a:ea typeface="Malgun Gothic"/>
                <a:cs typeface="Malgun Gothic"/>
              </a:rPr>
              <a:t>질량</a:t>
            </a:r>
          </a:p>
        </p:txBody>
      </p:sp>
    </p:spTree>
    <p:extLst>
      <p:ext uri="{BB962C8B-B14F-4D97-AF65-F5344CB8AC3E}">
        <p14:creationId xmlns:p14="http://schemas.microsoft.com/office/powerpoint/2010/main" val="8313814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2026-09-15T05:34:05.2490000Z</dcterms:created>
  <dcterms:modified xsi:type="dcterms:W3CDTF">2026-09-15T05:34:05.2490000Z</dcterms:modified>
</coreProperties>
</file>
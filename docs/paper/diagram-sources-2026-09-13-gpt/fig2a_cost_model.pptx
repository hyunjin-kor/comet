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805345b4b348e8" /><Relationship Type="http://schemas.openxmlformats.org/officeDocument/2006/relationships/extended-properties" Target="/docProps/app.xml" Id="Rfaa912c7c4c14b5e" /><Relationship Type="http://schemas.openxmlformats.org/officeDocument/2006/relationships/officeDocument" Target="/ppt/presentation.xml" Id="Re18ff8734d0444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2f8bed6d26488d"/>
  </p:sldMasterIdLst>
  <p:notesMasterIdLst>
    <p:notesMasterId xmlns:r="http://schemas.openxmlformats.org/officeDocument/2006/relationships" r:id="R1e845f189bde4a67"/>
  </p:notesMasterIdLst>
  <p:sldIdLst>
    <p:sldId xmlns:r="http://schemas.openxmlformats.org/officeDocument/2006/relationships" id="256" r:id="R7f4c877501b04c48"/>
    <p:sldId xmlns:r="http://schemas.openxmlformats.org/officeDocument/2006/relationships" id="257" r:id="R32a97e4a69e5412b"/>
  </p:sldIdLst>
  <p:sldSz cx="6408000" cy="213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cf5d4b8cc6469b" /><Relationship Type="http://schemas.openxmlformats.org/officeDocument/2006/relationships/slideMaster" Target="/ppt/slideMasters/slideMaster1.xml" Id="R332f8bed6d26488d" /><Relationship Type="http://schemas.openxmlformats.org/officeDocument/2006/relationships/notesMaster" Target="/ppt/notesMasters/notesMaster1.xml" Id="R1e845f189bde4a67" /><Relationship Type="http://schemas.openxmlformats.org/officeDocument/2006/relationships/presProps" Target="/ppt/presProps.xml" Id="R52cdd92c45d249d2" /><Relationship Type="http://schemas.openxmlformats.org/officeDocument/2006/relationships/tableStyles" Target="/ppt/tableStyles.xml" Id="R644ba9b81833403c" /><Relationship Type="http://schemas.openxmlformats.org/officeDocument/2006/relationships/slide" Target="/ppt/slides/slide1.xml" Id="R7f4c877501b04c48" /><Relationship Type="http://schemas.openxmlformats.org/officeDocument/2006/relationships/slide" Target="/ppt/slides/slide2.xml" Id="R32a97e4a69e541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dbcb3b1abb49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9dbc376adc4b88" /><Relationship Type="http://schemas.openxmlformats.org/officeDocument/2006/relationships/notesMaster" Target="/ppt/notesMasters/notesMaster1.xml" Id="R2b4715b8c0c743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bfd52a2dcb4ab5" /><Relationship Type="http://schemas.openxmlformats.org/officeDocument/2006/relationships/notesMaster" Target="/ppt/notesMasters/notesMaster1.xml" Id="Rcae7264844f34c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COMET. Author-selected OpenAI image-generation artwork, September 13, 2026. English GPT v2; Korean labels localized with the same tool. Illustrative objects do not represent experimental observations or a prescribed route. This deck embeds raster artwork without manual image edits; labels are part of the image. See README.md and artwork provenance.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COMET. Author-selected OpenAI image-generation artwork, September 13, 2026. English GPT v2; Korean labels localized with the same tool. Illustrative objects do not represent experimental observations or a prescribed route. This deck embeds raster artwork without manual image edits; labels are part of the image. See README.md and artwork provenance.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0e6f4ec57449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2c08bbcd8a4c4e" /><Relationship Type="http://schemas.openxmlformats.org/officeDocument/2006/relationships/slideLayout" Target="/ppt/slideLayouts/slideLayout1.xml" Id="R6c4c487b6a7b45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4c487b6a7b45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e6e44b2e14091" /><Relationship Type="http://schemas.openxmlformats.org/officeDocument/2006/relationships/image" Target="/ppt/media/image.png" Id="R6a1649a78b6349b2" /><Relationship Type="http://schemas.openxmlformats.org/officeDocument/2006/relationships/notesSlide" Target="/ppt/notesSlides/notesSlide1.xml" Id="R9e93104f091548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a1b9928064dc6" /><Relationship Type="http://schemas.openxmlformats.org/officeDocument/2006/relationships/image" Target="/ppt/media/image2.png" Id="R642bf1def2d348a8" /><Relationship Type="http://schemas.openxmlformats.org/officeDocument/2006/relationships/notesSlide" Target="/ppt/notesSlides/notesSlide2.xml" Id="Rde844eee463f4f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98E7C247-D90B-4F66-A38D-38A746061A3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0" y="0"/>
            <a:ext cx="6408000" cy="21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649a78b6349b2"/>
          <a:stretch xmlns:a="http://schemas.openxmlformats.org/drawingml/2006/main"/>
        </p:blipFill>
        <p:spPr>
          <a:xfrm xmlns:a="http://schemas.openxmlformats.org/drawingml/2006/main">
            <a:off x="0" y="0"/>
            <a:ext cx="6408000" cy="2136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059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D274DDC7-2F3E-4BDA-8A49-F00C345DEC5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0" y="0"/>
            <a:ext cx="6408000" cy="21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2bf1def2d348a8"/>
          <a:stretch xmlns:a="http://schemas.openxmlformats.org/drawingml/2006/main"/>
        </p:blipFill>
        <p:spPr>
          <a:xfrm xmlns:a="http://schemas.openxmlformats.org/drawingml/2006/main">
            <a:off x="0" y="0"/>
            <a:ext cx="6408000" cy="2136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2317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COMET</dc:creator>
  <lastModifiedBy>COMET</lastModifiedBy>
  <dc:title>Presentation</dc:title>
  <dcterms:created xsi:type="dcterms:W3CDTF">2026-09-13T08:39:08.3800000Z</dcterms:created>
  <dcterms:modified xsi:type="dcterms:W3CDTF">2026-09-13T08:39:08.3800000Z</dcterms:modified>
</coreProperties>
</file>
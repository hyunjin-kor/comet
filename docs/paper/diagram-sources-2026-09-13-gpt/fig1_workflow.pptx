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e0a79bd0534bcd" /><Relationship Type="http://schemas.openxmlformats.org/officeDocument/2006/relationships/extended-properties" Target="/docProps/app.xml" Id="Rf6b1277d4ca546d5" /><Relationship Type="http://schemas.openxmlformats.org/officeDocument/2006/relationships/officeDocument" Target="/ppt/presentation.xml" Id="R08650aa4648947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541513597e4da3"/>
  </p:sldMasterIdLst>
  <p:notesMasterIdLst>
    <p:notesMasterId xmlns:r="http://schemas.openxmlformats.org/officeDocument/2006/relationships" r:id="Re6bcad0d762f4574"/>
  </p:notesMasterIdLst>
  <p:sldIdLst>
    <p:sldId xmlns:r="http://schemas.openxmlformats.org/officeDocument/2006/relationships" id="256" r:id="R8fbaa66b7bfd4432"/>
    <p:sldId xmlns:r="http://schemas.openxmlformats.org/officeDocument/2006/relationships" id="257" r:id="R180f934a379a45e7"/>
  </p:sldIdLst>
  <p:sldSz cx="6408000" cy="2373449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5eac6fe2b04b2e" /><Relationship Type="http://schemas.openxmlformats.org/officeDocument/2006/relationships/slideMaster" Target="/ppt/slideMasters/slideMaster1.xml" Id="R1b541513597e4da3" /><Relationship Type="http://schemas.openxmlformats.org/officeDocument/2006/relationships/notesMaster" Target="/ppt/notesMasters/notesMaster1.xml" Id="Re6bcad0d762f4574" /><Relationship Type="http://schemas.openxmlformats.org/officeDocument/2006/relationships/presProps" Target="/ppt/presProps.xml" Id="R32b9e1ebbb8a44dc" /><Relationship Type="http://schemas.openxmlformats.org/officeDocument/2006/relationships/tableStyles" Target="/ppt/tableStyles.xml" Id="R2fcb73b1ce474f35" /><Relationship Type="http://schemas.openxmlformats.org/officeDocument/2006/relationships/slide" Target="/ppt/slides/slide1.xml" Id="R8fbaa66b7bfd4432" /><Relationship Type="http://schemas.openxmlformats.org/officeDocument/2006/relationships/slide" Target="/ppt/slides/slide2.xml" Id="R180f934a379a45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48299729c046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929bfd79cb4c71" /><Relationship Type="http://schemas.openxmlformats.org/officeDocument/2006/relationships/notesMaster" Target="/ppt/notesMasters/notesMaster1.xml" Id="R3c0f9875ed9640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07841eb2414ae9" /><Relationship Type="http://schemas.openxmlformats.org/officeDocument/2006/relationships/notesMaster" Target="/ppt/notesMasters/notesMaster1.xml" Id="R7b81e6ec2e434d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COMET. Author-selected OpenAI image-generation artwork, September 13, 2026. English GPT v2; Korean labels localized with the same tool. Illustrative objects do not represent experimental observations or a prescribed route. This deck embeds raster artwork without manual image edits; labels are part of the image. See README.md and artwork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COMET. Author-selected OpenAI image-generation artwork, September 13, 2026. English GPT v2; Korean labels localized with the same tool. Illustrative objects do not represent experimental observations or a prescribed route. This deck embeds raster artwork without manual image edits; labels are part of the image. See README.md and artwork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3b1a5a030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0cc0aeee24205" /><Relationship Type="http://schemas.openxmlformats.org/officeDocument/2006/relationships/slideLayout" Target="/ppt/slideLayouts/slideLayout1.xml" Id="R020235e5ddb846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0235e5ddb846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186d7ac1f4365" /><Relationship Type="http://schemas.openxmlformats.org/officeDocument/2006/relationships/image" Target="/ppt/media/image.png" Id="R70aa6b9381634b26" /><Relationship Type="http://schemas.openxmlformats.org/officeDocument/2006/relationships/notesSlide" Target="/ppt/notesSlides/notesSlide1.xml" Id="Ra9bf5796c2b54f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dcadf011546b9" /><Relationship Type="http://schemas.openxmlformats.org/officeDocument/2006/relationships/image" Target="/ppt/media/image2.png" Id="R5fd519810f5e4184" /><Relationship Type="http://schemas.openxmlformats.org/officeDocument/2006/relationships/notesSlide" Target="/ppt/notesSlides/notesSlide2.xml" Id="R17ca344f99da42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08F1E3A-53DB-4C9B-9749-D1973082FE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2373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a6b9381634b26"/>
          <a:stretch xmlns:a="http://schemas.openxmlformats.org/drawingml/2006/main"/>
        </p:blipFill>
        <p:spPr>
          <a:xfrm xmlns:a="http://schemas.openxmlformats.org/drawingml/2006/main">
            <a:off x="0" y="0"/>
            <a:ext cx="6408000" cy="23734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7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B27251D-30F3-4AB5-8611-FB57FE5EFC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2373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519810f5e4184"/>
          <a:stretch xmlns:a="http://schemas.openxmlformats.org/drawingml/2006/main"/>
        </p:blipFill>
        <p:spPr>
          <a:xfrm xmlns:a="http://schemas.openxmlformats.org/drawingml/2006/main">
            <a:off x="0" y="0"/>
            <a:ext cx="6408000" cy="23734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8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COMET</dc:creator>
  <lastModifiedBy>COMET</lastModifiedBy>
  <dc:title>Presentation</dc:title>
  <dcterms:created xsi:type="dcterms:W3CDTF">2026-09-13T08:39:06.2650000Z</dcterms:created>
  <dcterms:modified xsi:type="dcterms:W3CDTF">2026-09-13T08:39:06.2650000Z</dcterms:modified>
</coreProperties>
</file>
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3024000" cy="43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3024000" cy="43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S1_metal_prices.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24000" cy="2160000"/>
          </a:xfrm>
          <a:prstGeom prst="rect">
            <a:avLst/>
          </a:prstGeom>
        </p:spPr>
      </p:pic>
      <p:pic>
        <p:nvPicPr>
          <p:cNvPr id="4" name="panel-b-image" descr="figS1_metal_prices.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60000"/>
            <a:ext cx="3024000" cy="2232000"/>
          </a:xfrm>
          <a:prstGeom prst="rect">
            <a:avLst/>
          </a:prstGeom>
        </p:spPr>
      </p:pic>
      <p:sp>
        <p:nvSpPr>
          <p:cNvPr id="5" name="panel-a"/>
          <p:cNvSpPr txBox="1"/>
          <p:nvPr/>
        </p:nvSpPr>
        <p:spPr>
          <a:xfrm>
            <a:off x="36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sp>
        <p:nvSpPr>
          <p:cNvPr id="6" name="panel-b"/>
          <p:cNvSpPr txBox="1"/>
          <p:nvPr/>
        </p:nvSpPr>
        <p:spPr>
          <a:xfrm>
            <a:off x="36000" y="217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3024000" cy="43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S1_metal_prices.a.k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24000" cy="2160000"/>
          </a:xfrm>
          <a:prstGeom prst="rect">
            <a:avLst/>
          </a:prstGeom>
        </p:spPr>
      </p:pic>
      <p:pic>
        <p:nvPicPr>
          <p:cNvPr id="4" name="panel-b-image" descr="figS1_metal_prices.b.k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60000"/>
            <a:ext cx="3024000" cy="2232000"/>
          </a:xfrm>
          <a:prstGeom prst="rect">
            <a:avLst/>
          </a:prstGeom>
        </p:spPr>
      </p:pic>
      <p:sp>
        <p:nvSpPr>
          <p:cNvPr id="5" name="panel-a"/>
          <p:cNvSpPr txBox="1"/>
          <p:nvPr/>
        </p:nvSpPr>
        <p:spPr>
          <a:xfrm>
            <a:off x="36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sp>
        <p:nvSpPr>
          <p:cNvPr id="6" name="panel-b"/>
          <p:cNvSpPr txBox="1"/>
          <p:nvPr/>
        </p:nvSpPr>
        <p:spPr>
          <a:xfrm>
            <a:off x="36000" y="217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
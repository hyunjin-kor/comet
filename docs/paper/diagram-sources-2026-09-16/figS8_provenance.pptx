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408000" cy="25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artwork" descr="figS8_provenance.text-f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08000" cy="2116928"/>
          </a:xfrm>
          <a:prstGeom prst="rect">
            <a:avLst/>
          </a:prstGeom>
        </p:spPr>
      </p:pic>
      <p:sp>
        <p:nvSpPr>
          <p:cNvPr id="4" name="stage-0"/>
          <p:cNvSpPr txBox="1"/>
          <p:nvPr/>
        </p:nvSpPr>
        <p:spPr>
          <a:xfrm>
            <a:off x="324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Source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(DOI and locator)</a:t>
            </a:r>
          </a:p>
        </p:txBody>
      </p:sp>
      <p:sp>
        <p:nvSpPr>
          <p:cNvPr id="5" name="stage-1"/>
          <p:cNvSpPr txBox="1"/>
          <p:nvPr/>
        </p:nvSpPr>
        <p:spPr>
          <a:xfrm>
            <a:off x="2340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Record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(reported value, user edit)</a:t>
            </a:r>
          </a:p>
        </p:txBody>
      </p:sp>
      <p:sp>
        <p:nvSpPr>
          <p:cNvPr id="6" name="stage-2"/>
          <p:cNvSpPr txBox="1"/>
          <p:nvPr/>
        </p:nvSpPr>
        <p:spPr>
          <a:xfrm>
            <a:off x="4392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Cost contribution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(checksum)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artwork" descr="figS8_provenance.text-f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08000" cy="2116928"/>
          </a:xfrm>
          <a:prstGeom prst="rect">
            <a:avLst/>
          </a:prstGeom>
        </p:spPr>
      </p:pic>
      <p:sp>
        <p:nvSpPr>
          <p:cNvPr id="4" name="stage-0"/>
          <p:cNvSpPr txBox="1"/>
          <p:nvPr/>
        </p:nvSpPr>
        <p:spPr>
          <a:xfrm>
            <a:off x="324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출처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(DOI·원문 위치)</a:t>
            </a:r>
          </a:p>
        </p:txBody>
      </p:sp>
      <p:sp>
        <p:nvSpPr>
          <p:cNvPr id="5" name="stage-1"/>
          <p:cNvSpPr txBox="1"/>
          <p:nvPr/>
        </p:nvSpPr>
        <p:spPr>
          <a:xfrm>
            <a:off x="2340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기록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(보고값·수정값)</a:t>
            </a:r>
          </a:p>
        </p:txBody>
      </p:sp>
      <p:sp>
        <p:nvSpPr>
          <p:cNvPr id="6" name="stage-2"/>
          <p:cNvSpPr txBox="1"/>
          <p:nvPr/>
        </p:nvSpPr>
        <p:spPr>
          <a:xfrm>
            <a:off x="4392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비용 기여분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(체크섬)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
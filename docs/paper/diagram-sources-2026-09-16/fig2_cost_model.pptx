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763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D2AB078F-1FBF-4622-877B-0A4DDFDA0BFA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Formulation and prices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7A4F8D13-0591-4536-9D5A-E87E6E694546}"/>
              </a:ext>
            </a:extLst>
          </p:cNvPr>
          <p:cNvSpPr>
            <a:spLocks/>
          </p:cNvSpPr>
          <p:nvPr/>
        </p:nvSpPr>
        <p:spPr>
          <a:xfrm>
            <a:off x="-899100" y="1915200"/>
            <a:ext cx="42822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Preparation method and production scale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0025F45-A718-4A2B-9219-15CAEA76A90F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Materials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14FEA54A-76F8-4F75-9CD6-A6AC295612E6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639FCE07-7475-46C8-A4AB-7599764CE438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9ACF6DBA-8F4A-489C-A06A-A4EBFA2EBBBF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3EC3EDD8-7330-4B9A-8950-028F4431DAC9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646B4882-0F32-4783-A41C-0F21733536DD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Overheads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C24B07B6-FB49-42DA-B751-3ACDD5E1D299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and margin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495CE733-831E-4E1A-B816-9E5C0C0973D6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Selling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B906FB1F-326E-410F-A2D0-B9C9AE3B68D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1212C0A1-C9E4-42E6-BCAB-31BCA477A778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1656000"/>
          </a:xfrm>
          <a:prstGeom prst="rect">
            <a:avLst/>
          </a:prstGeom>
        </p:spPr>
      </p:pic>
      <p:pic>
        <p:nvPicPr>
          <p:cNvPr id="17" name="panel-c-image" descr="fig2_cost_model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60000"/>
            <a:ext cx="6408000" cy="3672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39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03C698A0-B409-416C-AEC2-071D41A3A574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조성 및 가격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DE7B1AA9-7BD3-4CE7-9733-B02AE7E351BB}"/>
              </a:ext>
            </a:extLst>
          </p:cNvPr>
          <p:cNvSpPr>
            <a:spLocks/>
          </p:cNvSpPr>
          <p:nvPr/>
        </p:nvSpPr>
        <p:spPr>
          <a:xfrm>
            <a:off x="144000" y="1915200"/>
            <a:ext cx="2196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제조법 및 생산 규모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F1BDC17-EF1A-43DD-B71E-D169E995FFC2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재료비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BBA731D0-4FDC-4C59-BD9C-C1D0FB817043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274CD354-6CB2-46F3-B617-75AF2FF935BB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가공비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F7D9AF37-FF3B-4884-9845-F512FE8F83C9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DB28D98A-5654-4C85-8116-4B1D9F986F3C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AA9A2723-ABE5-4082-80B6-048D8005FDCE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간접비 및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0311E432-F570-41F6-AB77-7313954921D7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마진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63E530D8-02EC-403B-9DA1-64F6E1FA2073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판매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C9DEFEF9-DB07-4103-9C22-83E15CE854B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단가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FE050D13-B4BB-4DFF-8032-87EC03CCF8FA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1656000"/>
          </a:xfrm>
          <a:prstGeom prst="rect">
            <a:avLst/>
          </a:prstGeom>
        </p:spPr>
      </p:pic>
      <p:pic>
        <p:nvPicPr>
          <p:cNvPr id="17" name="panel-c-image" descr="fig2_cost_model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60000"/>
            <a:ext cx="6408000" cy="3672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39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
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42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42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7_evidence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42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42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7_evidence.a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42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
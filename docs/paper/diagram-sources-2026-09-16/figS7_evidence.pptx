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6408000" cy="424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COMET figure deck, 2026-09-16. Numeric panels are matplotlib renders of the frozen COMET analysis files (see panels/panels.json); they are not editable data. Conceptual artwork is identified in artwork-provenance.json. Labels and panel letters are native slide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COMET figure deck, 2026-09-16. Numeric panels are matplotlib renders of the frozen COMET analysis files (see panels/panels.json); they are not editable data. Conceptual artwork is identified in artwork-provenance.json. Labels and panel letters are native slide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-background"/>
          <p:cNvSpPr/>
          <p:nvPr/>
        </p:nvSpPr>
        <p:spPr>
          <a:xfrm>
            <a:off x="0" y="0"/>
            <a:ext cx="6408000" cy="424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anel-a-image" descr="figS4_evidence.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408000" cy="424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-background"/>
          <p:cNvSpPr/>
          <p:nvPr/>
        </p:nvSpPr>
        <p:spPr>
          <a:xfrm>
            <a:off x="0" y="0"/>
            <a:ext cx="6408000" cy="424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anel-a-image" descr="figS4_evidence.a.k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408000" cy="424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
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25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3_monte_carlo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04000" cy="2592000"/>
          </a:xfrm>
          <a:prstGeom prst="rect">
            <a:avLst/>
          </a:prstGeom>
        </p:spPr>
      </p:pic>
      <p:pic>
        <p:nvPicPr>
          <p:cNvPr id="4" name="panel-b-image" descr="figS3_monte_carlo.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000" y="0"/>
            <a:ext cx="3204000" cy="2592000"/>
          </a:xfrm>
          <a:prstGeom prst="rect">
            <a:avLst/>
          </a:prstGeom>
        </p:spPr>
      </p:pic>
      <p:sp>
        <p:nvSpPr>
          <p:cNvPr id="5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6" name="panel-b"/>
          <p:cNvSpPr txBox="1"/>
          <p:nvPr/>
        </p:nvSpPr>
        <p:spPr>
          <a:xfrm>
            <a:off x="3276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25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S3_monte_carlo.a.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04000" cy="2592000"/>
          </a:xfrm>
          <a:prstGeom prst="rect">
            <a:avLst/>
          </a:prstGeom>
        </p:spPr>
      </p:pic>
      <p:pic>
        <p:nvPicPr>
          <p:cNvPr id="4" name="panel-b-image" descr="figS3_monte_carlo.b.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4000" y="0"/>
            <a:ext cx="3204000" cy="2592000"/>
          </a:xfrm>
          <a:prstGeom prst="rect">
            <a:avLst/>
          </a:prstGeom>
        </p:spPr>
      </p:pic>
      <p:sp>
        <p:nvSpPr>
          <p:cNvPr id="5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6" name="panel-b"/>
          <p:cNvSpPr txBox="1"/>
          <p:nvPr/>
        </p:nvSpPr>
        <p:spPr>
          <a:xfrm>
            <a:off x="3276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
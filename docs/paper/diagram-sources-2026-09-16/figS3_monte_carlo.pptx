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</p:sldIdLst>
  <p:sldSz cx="6408000" cy="25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Editable COMET figure deck, 2026-09-16. Numeric panels are matplotlib renders of the frozen COMET analysis files (see panels/panels.json); they are not editable data. Conceptual artwork is identified in artwork-provenance.json. Labels and panel letters are native slide objects.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Editable COMET figure deck, 2026-09-16. Numeric panels are matplotlib renders of the frozen COMET analysis files (see panels/panels.json); they are not editable data. Conceptual artwork is identified in artwork-provenance.json. Labels and panel letters are native slide objects.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lide-background"/>
          <p:cNvSpPr/>
          <p:nvPr/>
        </p:nvSpPr>
        <p:spPr>
          <a:xfrm>
            <a:off x="0" y="0"/>
            <a:ext cx="6408000" cy="259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anel-a-image" descr="figS3_monte_carlo.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3204000" cy="2592000"/>
          </a:xfrm>
          <a:prstGeom prst="rect">
            <a:avLst/>
          </a:prstGeom>
        </p:spPr>
      </p:pic>
      <p:pic>
        <p:nvPicPr>
          <p:cNvPr id="4" name="panel-b-image" descr="figS3_monte_carlo.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4000" y="0"/>
            <a:ext cx="3204000" cy="2592000"/>
          </a:xfrm>
          <a:prstGeom prst="rect">
            <a:avLst/>
          </a:prstGeom>
        </p:spPr>
      </p:pic>
      <p:sp>
        <p:nvSpPr>
          <p:cNvPr id="5" name="panel-a"/>
          <p:cNvSpPr txBox="1"/>
          <p:nvPr/>
        </p:nvSpPr>
        <p:spPr>
          <a:xfrm>
            <a:off x="72000" y="18000"/>
            <a:ext cx="252000" cy="1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F2A30"/>
                </a:solidFill>
                <a:latin typeface="Arial"/>
              </a:rPr>
              <a:t>(a)</a:t>
            </a:r>
          </a:p>
        </p:txBody>
      </p:sp>
      <p:sp>
        <p:nvSpPr>
          <p:cNvPr id="6" name="panel-b"/>
          <p:cNvSpPr txBox="1"/>
          <p:nvPr/>
        </p:nvSpPr>
        <p:spPr>
          <a:xfrm>
            <a:off x="3276000" y="18000"/>
            <a:ext cx="252000" cy="1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F2A30"/>
                </a:solidFill>
                <a:latin typeface="Arial"/>
              </a:rPr>
              <a:t>(b)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lide-background"/>
          <p:cNvSpPr/>
          <p:nvPr/>
        </p:nvSpPr>
        <p:spPr>
          <a:xfrm>
            <a:off x="0" y="0"/>
            <a:ext cx="6408000" cy="259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anel-a-image" descr="figS3_monte_carlo.a.k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3204000" cy="2592000"/>
          </a:xfrm>
          <a:prstGeom prst="rect">
            <a:avLst/>
          </a:prstGeom>
        </p:spPr>
      </p:pic>
      <p:pic>
        <p:nvPicPr>
          <p:cNvPr id="4" name="panel-b-image" descr="figS3_monte_carlo.b.k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4000" y="0"/>
            <a:ext cx="3204000" cy="2592000"/>
          </a:xfrm>
          <a:prstGeom prst="rect">
            <a:avLst/>
          </a:prstGeom>
        </p:spPr>
      </p:pic>
      <p:sp>
        <p:nvSpPr>
          <p:cNvPr id="5" name="panel-a"/>
          <p:cNvSpPr txBox="1"/>
          <p:nvPr/>
        </p:nvSpPr>
        <p:spPr>
          <a:xfrm>
            <a:off x="72000" y="18000"/>
            <a:ext cx="252000" cy="1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F2A30"/>
                </a:solidFill>
                <a:latin typeface="Arial"/>
              </a:rPr>
              <a:t>(a)</a:t>
            </a:r>
          </a:p>
        </p:txBody>
      </p:sp>
      <p:sp>
        <p:nvSpPr>
          <p:cNvPr id="6" name="panel-b"/>
          <p:cNvSpPr txBox="1"/>
          <p:nvPr/>
        </p:nvSpPr>
        <p:spPr>
          <a:xfrm>
            <a:off x="3276000" y="18000"/>
            <a:ext cx="252000" cy="1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F2A30"/>
                </a:solidFill>
                <a:latin typeface="Arial"/>
              </a:rPr>
              <a:t>(b)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
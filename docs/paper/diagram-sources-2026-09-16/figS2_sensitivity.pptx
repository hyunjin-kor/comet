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5400000" cy="295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5400000" cy="295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S2_sensitivity.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0000" cy="295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5400000" cy="295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S2_sensitivity.a.k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0000" cy="295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
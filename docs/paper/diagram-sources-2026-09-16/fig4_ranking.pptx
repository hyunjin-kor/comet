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6408000" cy="460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46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4_ranking.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24000" cy="2304000"/>
          </a:xfrm>
          <a:prstGeom prst="rect">
            <a:avLst/>
          </a:prstGeom>
        </p:spPr>
      </p:pic>
      <p:sp>
        <p:nvSpPr>
          <p:cNvPr id="4" name="panel-a"/>
          <p:cNvSpPr txBox="1"/>
          <p:nvPr/>
        </p:nvSpPr>
        <p:spPr>
          <a:xfrm>
            <a:off x="7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pic>
        <p:nvPicPr>
          <p:cNvPr id="5" name="panel-b-image" descr="fig4_ranking.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000" y="0"/>
            <a:ext cx="2124000" cy="2304000"/>
          </a:xfrm>
          <a:prstGeom prst="rect">
            <a:avLst/>
          </a:prstGeom>
        </p:spPr>
      </p:pic>
      <p:sp>
        <p:nvSpPr>
          <p:cNvPr id="6" name="panel-b"/>
          <p:cNvSpPr txBox="1"/>
          <p:nvPr/>
        </p:nvSpPr>
        <p:spPr>
          <a:xfrm>
            <a:off x="2196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  <p:pic>
        <p:nvPicPr>
          <p:cNvPr id="7" name="panel-c-image" descr="fig4_ranking.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000" y="0"/>
            <a:ext cx="2160000" cy="2304000"/>
          </a:xfrm>
          <a:prstGeom prst="rect">
            <a:avLst/>
          </a:prstGeom>
        </p:spPr>
      </p:pic>
      <p:sp>
        <p:nvSpPr>
          <p:cNvPr id="8" name="panel-c"/>
          <p:cNvSpPr txBox="1"/>
          <p:nvPr/>
        </p:nvSpPr>
        <p:spPr>
          <a:xfrm>
            <a:off x="4320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(c)</a:t>
            </a:r>
          </a:p>
        </p:txBody>
      </p:sp>
      <p:pic>
        <p:nvPicPr>
          <p:cNvPr id="9" name="panel-d-image" descr="fig4_ranking.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304000"/>
            <a:ext cx="3204000" cy="2304000"/>
          </a:xfrm>
          <a:prstGeom prst="rect">
            <a:avLst/>
          </a:prstGeom>
        </p:spPr>
      </p:pic>
      <p:sp>
        <p:nvSpPr>
          <p:cNvPr id="10" name="panel-d"/>
          <p:cNvSpPr txBox="1"/>
          <p:nvPr/>
        </p:nvSpPr>
        <p:spPr>
          <a:xfrm>
            <a:off x="72000" y="2322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(d)</a:t>
            </a:r>
          </a:p>
        </p:txBody>
      </p:sp>
      <p:pic>
        <p:nvPicPr>
          <p:cNvPr id="11" name="panel-e-image" descr="fig4_ranking.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4000" y="2304000"/>
            <a:ext cx="3204000" cy="2304000"/>
          </a:xfrm>
          <a:prstGeom prst="rect">
            <a:avLst/>
          </a:prstGeom>
        </p:spPr>
      </p:pic>
      <p:sp>
        <p:nvSpPr>
          <p:cNvPr id="12" name="panel-e"/>
          <p:cNvSpPr txBox="1"/>
          <p:nvPr/>
        </p:nvSpPr>
        <p:spPr>
          <a:xfrm>
            <a:off x="3276000" y="2322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46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anel-a-image" descr="fig4_ranking.a.k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124000" cy="2304000"/>
          </a:xfrm>
          <a:prstGeom prst="rect">
            <a:avLst/>
          </a:prstGeom>
        </p:spPr>
      </p:pic>
      <p:sp>
        <p:nvSpPr>
          <p:cNvPr id="4" name="panel-a"/>
          <p:cNvSpPr txBox="1"/>
          <p:nvPr/>
        </p:nvSpPr>
        <p:spPr>
          <a:xfrm>
            <a:off x="7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pic>
        <p:nvPicPr>
          <p:cNvPr id="5" name="panel-b-image" descr="fig4_ranking.b.k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000" y="0"/>
            <a:ext cx="2124000" cy="2304000"/>
          </a:xfrm>
          <a:prstGeom prst="rect">
            <a:avLst/>
          </a:prstGeom>
        </p:spPr>
      </p:pic>
      <p:sp>
        <p:nvSpPr>
          <p:cNvPr id="6" name="panel-b"/>
          <p:cNvSpPr txBox="1"/>
          <p:nvPr/>
        </p:nvSpPr>
        <p:spPr>
          <a:xfrm>
            <a:off x="2196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  <p:pic>
        <p:nvPicPr>
          <p:cNvPr id="7" name="panel-c-image" descr="fig4_ranking.c.k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8000" y="0"/>
            <a:ext cx="2160000" cy="2304000"/>
          </a:xfrm>
          <a:prstGeom prst="rect">
            <a:avLst/>
          </a:prstGeom>
        </p:spPr>
      </p:pic>
      <p:sp>
        <p:nvSpPr>
          <p:cNvPr id="8" name="panel-c"/>
          <p:cNvSpPr txBox="1"/>
          <p:nvPr/>
        </p:nvSpPr>
        <p:spPr>
          <a:xfrm>
            <a:off x="4320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(c)</a:t>
            </a:r>
          </a:p>
        </p:txBody>
      </p:sp>
      <p:pic>
        <p:nvPicPr>
          <p:cNvPr id="9" name="panel-d-image" descr="fig4_ranking.d.k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304000"/>
            <a:ext cx="3204000" cy="2304000"/>
          </a:xfrm>
          <a:prstGeom prst="rect">
            <a:avLst/>
          </a:prstGeom>
        </p:spPr>
      </p:pic>
      <p:sp>
        <p:nvSpPr>
          <p:cNvPr id="10" name="panel-d"/>
          <p:cNvSpPr txBox="1"/>
          <p:nvPr/>
        </p:nvSpPr>
        <p:spPr>
          <a:xfrm>
            <a:off x="72000" y="2322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(d)</a:t>
            </a:r>
          </a:p>
        </p:txBody>
      </p:sp>
      <p:pic>
        <p:nvPicPr>
          <p:cNvPr id="11" name="panel-e-image" descr="fig4_ranking.e.k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4000" y="2304000"/>
            <a:ext cx="3204000" cy="2304000"/>
          </a:xfrm>
          <a:prstGeom prst="rect">
            <a:avLst/>
          </a:prstGeom>
        </p:spPr>
      </p:pic>
      <p:sp>
        <p:nvSpPr>
          <p:cNvPr id="12" name="panel-e"/>
          <p:cNvSpPr txBox="1"/>
          <p:nvPr/>
        </p:nvSpPr>
        <p:spPr>
          <a:xfrm>
            <a:off x="3276000" y="2322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
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65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65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04000" cy="2160000"/>
          </a:xfrm>
          <a:prstGeom prst="rect">
            <a:avLst/>
          </a:prstGeom>
        </p:spPr>
      </p:pic>
      <p:pic>
        <p:nvPicPr>
          <p:cNvPr id="4" name="panel-b-image" descr="fig4_ranking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4000" y="0"/>
            <a:ext cx="3204000" cy="2160000"/>
          </a:xfrm>
          <a:prstGeom prst="rect">
            <a:avLst/>
          </a:prstGeom>
        </p:spPr>
      </p:pic>
      <p:pic>
        <p:nvPicPr>
          <p:cNvPr id="5" name="panel-c-image" descr="fig4_ranking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160000"/>
            <a:ext cx="6408000" cy="2556000"/>
          </a:xfrm>
          <a:prstGeom prst="rect">
            <a:avLst/>
          </a:prstGeom>
        </p:spPr>
      </p:pic>
      <p:pic>
        <p:nvPicPr>
          <p:cNvPr id="6" name="panel-d-image" descr="fig4_ranking.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716000"/>
            <a:ext cx="6408000" cy="1800000"/>
          </a:xfrm>
          <a:prstGeom prst="rect">
            <a:avLst/>
          </a:prstGeom>
        </p:spPr>
      </p:pic>
      <p:sp>
        <p:nvSpPr>
          <p:cNvPr id="7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8" name="panel-b"/>
          <p:cNvSpPr txBox="1"/>
          <p:nvPr/>
        </p:nvSpPr>
        <p:spPr>
          <a:xfrm>
            <a:off x="327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9" name="panel-c"/>
          <p:cNvSpPr txBox="1"/>
          <p:nvPr/>
        </p:nvSpPr>
        <p:spPr>
          <a:xfrm>
            <a:off x="72000" y="21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  <p:sp>
        <p:nvSpPr>
          <p:cNvPr id="10" name="panel-d"/>
          <p:cNvSpPr txBox="1"/>
          <p:nvPr/>
        </p:nvSpPr>
        <p:spPr>
          <a:xfrm>
            <a:off x="72000" y="473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65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204000" cy="2160000"/>
          </a:xfrm>
          <a:prstGeom prst="rect">
            <a:avLst/>
          </a:prstGeom>
        </p:spPr>
      </p:pic>
      <p:pic>
        <p:nvPicPr>
          <p:cNvPr id="4" name="panel-b-image" descr="fig4_ranking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4000" y="0"/>
            <a:ext cx="3204000" cy="2160000"/>
          </a:xfrm>
          <a:prstGeom prst="rect">
            <a:avLst/>
          </a:prstGeom>
        </p:spPr>
      </p:pic>
      <p:pic>
        <p:nvPicPr>
          <p:cNvPr id="5" name="panel-c-image" descr="fig4_ranking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160000"/>
            <a:ext cx="6408000" cy="2556000"/>
          </a:xfrm>
          <a:prstGeom prst="rect">
            <a:avLst/>
          </a:prstGeom>
        </p:spPr>
      </p:pic>
      <p:pic>
        <p:nvPicPr>
          <p:cNvPr id="6" name="panel-d-image" descr="fig4_ranking.d.k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716000"/>
            <a:ext cx="6408000" cy="1800000"/>
          </a:xfrm>
          <a:prstGeom prst="rect">
            <a:avLst/>
          </a:prstGeom>
        </p:spPr>
      </p:pic>
      <p:sp>
        <p:nvSpPr>
          <p:cNvPr id="7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8" name="panel-b"/>
          <p:cNvSpPr txBox="1"/>
          <p:nvPr/>
        </p:nvSpPr>
        <p:spPr>
          <a:xfrm>
            <a:off x="3276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9" name="panel-c"/>
          <p:cNvSpPr txBox="1"/>
          <p:nvPr/>
        </p:nvSpPr>
        <p:spPr>
          <a:xfrm>
            <a:off x="72000" y="217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  <p:sp>
        <p:nvSpPr>
          <p:cNvPr id="10" name="panel-d"/>
          <p:cNvSpPr txBox="1"/>
          <p:nvPr/>
        </p:nvSpPr>
        <p:spPr>
          <a:xfrm>
            <a:off x="72000" y="473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
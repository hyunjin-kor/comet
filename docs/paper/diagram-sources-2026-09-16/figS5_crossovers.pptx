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61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61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5_crossovers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0000" cy="2970000"/>
          </a:xfrm>
          <a:prstGeom prst="rect">
            <a:avLst/>
          </a:prstGeom>
        </p:spPr>
      </p:pic>
      <p:pic>
        <p:nvPicPr>
          <p:cNvPr id="4" name="panel-b-image" descr="figS5_crossovers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00" y="0"/>
            <a:ext cx="2988000" cy="2970000"/>
          </a:xfrm>
          <a:prstGeom prst="rect">
            <a:avLst/>
          </a:prstGeom>
        </p:spPr>
      </p:pic>
      <p:pic>
        <p:nvPicPr>
          <p:cNvPr id="5" name="panel-c-image" descr="figS5_crossovers.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70000"/>
            <a:ext cx="3420000" cy="3186000"/>
          </a:xfrm>
          <a:prstGeom prst="rect">
            <a:avLst/>
          </a:prstGeom>
        </p:spPr>
      </p:pic>
      <p:pic>
        <p:nvPicPr>
          <p:cNvPr id="6" name="panel-d-image" descr="figS5_crossovers.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000" y="2970000"/>
            <a:ext cx="2988000" cy="3186000"/>
          </a:xfrm>
          <a:prstGeom prst="rect">
            <a:avLst/>
          </a:prstGeom>
        </p:spPr>
      </p:pic>
      <p:sp>
        <p:nvSpPr>
          <p:cNvPr id="7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8" name="panel-b"/>
          <p:cNvSpPr txBox="1"/>
          <p:nvPr/>
        </p:nvSpPr>
        <p:spPr>
          <a:xfrm>
            <a:off x="349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9" name="panel-c"/>
          <p:cNvSpPr txBox="1"/>
          <p:nvPr/>
        </p:nvSpPr>
        <p:spPr>
          <a:xfrm>
            <a:off x="72000" y="298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  <p:sp>
        <p:nvSpPr>
          <p:cNvPr id="10" name="panel-d"/>
          <p:cNvSpPr txBox="1"/>
          <p:nvPr/>
        </p:nvSpPr>
        <p:spPr>
          <a:xfrm>
            <a:off x="3492000" y="298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61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5_crossovers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0000" cy="2970000"/>
          </a:xfrm>
          <a:prstGeom prst="rect">
            <a:avLst/>
          </a:prstGeom>
        </p:spPr>
      </p:pic>
      <p:pic>
        <p:nvPicPr>
          <p:cNvPr id="4" name="panel-b-image" descr="figS5_crossovers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00" y="0"/>
            <a:ext cx="2988000" cy="2970000"/>
          </a:xfrm>
          <a:prstGeom prst="rect">
            <a:avLst/>
          </a:prstGeom>
        </p:spPr>
      </p:pic>
      <p:pic>
        <p:nvPicPr>
          <p:cNvPr id="5" name="panel-c-image" descr="figS5_crossovers.c.k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70000"/>
            <a:ext cx="3420000" cy="3186000"/>
          </a:xfrm>
          <a:prstGeom prst="rect">
            <a:avLst/>
          </a:prstGeom>
        </p:spPr>
      </p:pic>
      <p:pic>
        <p:nvPicPr>
          <p:cNvPr id="6" name="panel-d-image" descr="figS5_crossovers.d.k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000" y="2970000"/>
            <a:ext cx="2988000" cy="3186000"/>
          </a:xfrm>
          <a:prstGeom prst="rect">
            <a:avLst/>
          </a:prstGeom>
        </p:spPr>
      </p:pic>
      <p:sp>
        <p:nvSpPr>
          <p:cNvPr id="7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8" name="panel-b"/>
          <p:cNvSpPr txBox="1"/>
          <p:nvPr/>
        </p:nvSpPr>
        <p:spPr>
          <a:xfrm>
            <a:off x="349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9" name="panel-c"/>
          <p:cNvSpPr txBox="1"/>
          <p:nvPr/>
        </p:nvSpPr>
        <p:spPr>
          <a:xfrm>
            <a:off x="72000" y="298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  <p:sp>
        <p:nvSpPr>
          <p:cNvPr id="10" name="panel-d"/>
          <p:cNvSpPr txBox="1"/>
          <p:nvPr/>
        </p:nvSpPr>
        <p:spPr>
          <a:xfrm>
            <a:off x="3492000" y="298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
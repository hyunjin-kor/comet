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6408000" cy="25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S5_crossovers.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72000" cy="2520000"/>
          </a:xfrm>
          <a:prstGeom prst="rect">
            <a:avLst/>
          </a:prstGeom>
        </p:spPr>
      </p:pic>
      <p:sp>
        <p:nvSpPr>
          <p:cNvPr id="4" name="panel-a"/>
          <p:cNvSpPr txBox="1"/>
          <p:nvPr/>
        </p:nvSpPr>
        <p:spPr>
          <a:xfrm>
            <a:off x="36000" y="126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pic>
        <p:nvPicPr>
          <p:cNvPr id="5" name="panel-b-image" descr="figS5_crossovers.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2000" y="0"/>
            <a:ext cx="1872000" cy="2520000"/>
          </a:xfrm>
          <a:prstGeom prst="rect">
            <a:avLst/>
          </a:prstGeom>
        </p:spPr>
      </p:pic>
      <p:sp>
        <p:nvSpPr>
          <p:cNvPr id="6" name="panel-b"/>
          <p:cNvSpPr txBox="1"/>
          <p:nvPr/>
        </p:nvSpPr>
        <p:spPr>
          <a:xfrm>
            <a:off x="1908000" y="126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  <p:pic>
        <p:nvPicPr>
          <p:cNvPr id="7" name="panel-c-image" descr="figS5_crossovers.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4000" y="0"/>
            <a:ext cx="2664000" cy="2520000"/>
          </a:xfrm>
          <a:prstGeom prst="rect">
            <a:avLst/>
          </a:prstGeom>
        </p:spPr>
      </p:pic>
      <p:sp>
        <p:nvSpPr>
          <p:cNvPr id="8" name="panel-c"/>
          <p:cNvSpPr txBox="1"/>
          <p:nvPr/>
        </p:nvSpPr>
        <p:spPr>
          <a:xfrm>
            <a:off x="3780000" y="126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(c)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S5_crossovers.a.k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72000" cy="2520000"/>
          </a:xfrm>
          <a:prstGeom prst="rect">
            <a:avLst/>
          </a:prstGeom>
        </p:spPr>
      </p:pic>
      <p:sp>
        <p:nvSpPr>
          <p:cNvPr id="4" name="panel-a"/>
          <p:cNvSpPr txBox="1"/>
          <p:nvPr/>
        </p:nvSpPr>
        <p:spPr>
          <a:xfrm>
            <a:off x="36000" y="126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pic>
        <p:nvPicPr>
          <p:cNvPr id="5" name="panel-b-image" descr="figS5_crossovers.b.k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2000" y="0"/>
            <a:ext cx="1872000" cy="2520000"/>
          </a:xfrm>
          <a:prstGeom prst="rect">
            <a:avLst/>
          </a:prstGeom>
        </p:spPr>
      </p:pic>
      <p:sp>
        <p:nvSpPr>
          <p:cNvPr id="6" name="panel-b"/>
          <p:cNvSpPr txBox="1"/>
          <p:nvPr/>
        </p:nvSpPr>
        <p:spPr>
          <a:xfrm>
            <a:off x="1908000" y="126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  <p:pic>
        <p:nvPicPr>
          <p:cNvPr id="7" name="panel-c-image" descr="figS5_crossovers.c.k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4000" y="0"/>
            <a:ext cx="2664000" cy="2520000"/>
          </a:xfrm>
          <a:prstGeom prst="rect">
            <a:avLst/>
          </a:prstGeom>
        </p:spPr>
      </p:pic>
      <p:sp>
        <p:nvSpPr>
          <p:cNvPr id="8" name="panel-c"/>
          <p:cNvSpPr txBox="1"/>
          <p:nvPr/>
        </p:nvSpPr>
        <p:spPr>
          <a:xfrm>
            <a:off x="3780000" y="126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
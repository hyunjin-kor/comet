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6408000" cy="730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73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anel-a-image" descr="figS6_ranking_tests.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08000" cy="4752000"/>
          </a:xfrm>
          <a:prstGeom prst="rect">
            <a:avLst/>
          </a:prstGeom>
        </p:spPr>
      </p:pic>
      <p:sp>
        <p:nvSpPr>
          <p:cNvPr id="4" name="panel-a"/>
          <p:cNvSpPr txBox="1"/>
          <p:nvPr/>
        </p:nvSpPr>
        <p:spPr>
          <a:xfrm>
            <a:off x="72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(a)</a:t>
            </a:r>
          </a:p>
        </p:txBody>
      </p:sp>
      <p:pic>
        <p:nvPicPr>
          <p:cNvPr id="5" name="panel-b-image" descr="figS6_ranking_tests.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52000"/>
            <a:ext cx="3204000" cy="2556000"/>
          </a:xfrm>
          <a:prstGeom prst="rect">
            <a:avLst/>
          </a:prstGeom>
        </p:spPr>
      </p:pic>
      <p:sp>
        <p:nvSpPr>
          <p:cNvPr id="6" name="panel-b"/>
          <p:cNvSpPr txBox="1"/>
          <p:nvPr/>
        </p:nvSpPr>
        <p:spPr>
          <a:xfrm>
            <a:off x="72000" y="4770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(b)</a:t>
            </a:r>
          </a:p>
        </p:txBody>
      </p:sp>
      <p:pic>
        <p:nvPicPr>
          <p:cNvPr id="7" name="panel-c-image" descr="figS6_ranking_tests.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000" y="4752000"/>
            <a:ext cx="3204000" cy="2556000"/>
          </a:xfrm>
          <a:prstGeom prst="rect">
            <a:avLst/>
          </a:prstGeom>
        </p:spPr>
      </p:pic>
      <p:sp>
        <p:nvSpPr>
          <p:cNvPr id="8" name="panel-c"/>
          <p:cNvSpPr txBox="1"/>
          <p:nvPr/>
        </p:nvSpPr>
        <p:spPr>
          <a:xfrm>
            <a:off x="3276000" y="4770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73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anel-a-image" descr="figS6_ranking_tests.a.k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408000" cy="4752000"/>
          </a:xfrm>
          <a:prstGeom prst="rect">
            <a:avLst/>
          </a:prstGeom>
        </p:spPr>
      </p:pic>
      <p:sp>
        <p:nvSpPr>
          <p:cNvPr id="4" name="panel-a"/>
          <p:cNvSpPr txBox="1"/>
          <p:nvPr/>
        </p:nvSpPr>
        <p:spPr>
          <a:xfrm>
            <a:off x="72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(a)</a:t>
            </a:r>
          </a:p>
        </p:txBody>
      </p:sp>
      <p:pic>
        <p:nvPicPr>
          <p:cNvPr id="5" name="panel-b-image" descr="figS6_ranking_tests.b.k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52000"/>
            <a:ext cx="3204000" cy="2556000"/>
          </a:xfrm>
          <a:prstGeom prst="rect">
            <a:avLst/>
          </a:prstGeom>
        </p:spPr>
      </p:pic>
      <p:sp>
        <p:nvSpPr>
          <p:cNvPr id="6" name="panel-b"/>
          <p:cNvSpPr txBox="1"/>
          <p:nvPr/>
        </p:nvSpPr>
        <p:spPr>
          <a:xfrm>
            <a:off x="72000" y="4770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(b)</a:t>
            </a:r>
          </a:p>
        </p:txBody>
      </p:sp>
      <p:pic>
        <p:nvPicPr>
          <p:cNvPr id="7" name="panel-c-image" descr="figS6_ranking_tests.c.k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000" y="4752000"/>
            <a:ext cx="3204000" cy="2556000"/>
          </a:xfrm>
          <a:prstGeom prst="rect">
            <a:avLst/>
          </a:prstGeom>
        </p:spPr>
      </p:pic>
      <p:sp>
        <p:nvSpPr>
          <p:cNvPr id="8" name="panel-c"/>
          <p:cNvSpPr txBox="1"/>
          <p:nvPr/>
        </p:nvSpPr>
        <p:spPr>
          <a:xfrm>
            <a:off x="3276000" y="4770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
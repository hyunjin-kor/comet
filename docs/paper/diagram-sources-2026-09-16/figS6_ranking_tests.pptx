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3204000" cy="255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3204000" cy="25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6_ranking_tests.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204000" cy="255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3204000" cy="25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6_ranking_tests.a.k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204000" cy="255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
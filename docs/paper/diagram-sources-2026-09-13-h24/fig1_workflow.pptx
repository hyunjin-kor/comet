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427b778aa642ed" /><Relationship Type="http://schemas.openxmlformats.org/officeDocument/2006/relationships/extended-properties" Target="/docProps/app.xml" Id="Rb8ac291cfe0043b5" /><Relationship Type="http://schemas.openxmlformats.org/officeDocument/2006/relationships/officeDocument" Target="/ppt/presentation.xml" Id="R08a3969933b44478" /></Relationships>
</file>

<file path=ppt/presentation.xml><?xml version="1.0" encoding="utf-8"?>
<p:presentation xmlns:p="http://schemas.openxmlformats.org/presentationml/2006/main">
  <p:sldMasterIdLst>
    <p:sldMasterId xmlns:r="http://schemas.openxmlformats.org/officeDocument/2006/relationships" id="2147483648" r:id="Rde68fb4daeae4dbe"/>
  </p:sldMasterIdLst>
  <p:notesMasterIdLst>
    <p:notesMasterId xmlns:r="http://schemas.openxmlformats.org/officeDocument/2006/relationships" r:id="R2a0d440325574579"/>
  </p:notesMasterIdLst>
  <p:sldIdLst>
    <p:sldId xmlns:r="http://schemas.openxmlformats.org/officeDocument/2006/relationships" id="256" r:id="R6ce47c1ac2344904"/>
    <p:sldId xmlns:r="http://schemas.openxmlformats.org/officeDocument/2006/relationships" id="257" r:id="R59a824def8074111"/>
  </p:sldIdLst>
  <p:sldSz cx="6408000" cy="237344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85c19145e34905" /><Relationship Type="http://schemas.openxmlformats.org/officeDocument/2006/relationships/slideMaster" Target="/ppt/slideMasters/slideMaster1.xml" Id="Rde68fb4daeae4dbe" /><Relationship Type="http://schemas.openxmlformats.org/officeDocument/2006/relationships/notesMaster" Target="/ppt/notesMasters/notesMaster1.xml" Id="R2a0d440325574579" /><Relationship Type="http://schemas.openxmlformats.org/officeDocument/2006/relationships/presProps" Target="/ppt/presProps.xml" Id="R5471493823cf4219" /><Relationship Type="http://schemas.openxmlformats.org/officeDocument/2006/relationships/tableStyles" Target="/ppt/tableStyles.xml" Id="R35df438b740f41a3" /><Relationship Type="http://schemas.openxmlformats.org/officeDocument/2006/relationships/slide" Target="/ppt/slides/slide1.xml" Id="R6ce47c1ac2344904" /><Relationship Type="http://schemas.openxmlformats.org/officeDocument/2006/relationships/slide" Target="/ppt/slides/slide2.xml" Id="R59a824def80741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58cabc7a8b44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8235fd04354bdf" /><Relationship Type="http://schemas.openxmlformats.org/officeDocument/2006/relationships/notesMaster" Target="/ppt/notesMasters/notesMaster1.xml" Id="R91a4b179ebbb49a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37546e01fb4c9d" /><Relationship Type="http://schemas.openxmlformats.org/officeDocument/2006/relationships/notesMaster" Target="/ppt/notesMasters/notesMaster1.xml" Id="Rd0c82f3f217545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COMET, September 13, 2026. Accepted GPT schematic artwork edited with OpenAI image generation to remove lettering, then embedded without manual raster edits. All wording is native editable PowerPoint text in English or Korean. Scientific illustrations are schematic, not observations or a required preparation route. See README.md and recorded prompts.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COMET, September 13, 2026. Accepted GPT schematic artwork edited with OpenAI image generation to remove lettering, then embedded without manual raster edits. All wording is native editable PowerPoint text in English or Korean. Scientific illustrations are schematic, not observations or a required preparation route. See README.md and recorded prompts.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1c9f1d57744a2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a3f9dc609c41e3" /><Relationship Type="http://schemas.openxmlformats.org/officeDocument/2006/relationships/slideLayout" Target="/ppt/slideLayouts/slideLayout1.xml" Id="R13aff02dd7e14ee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aff02dd7e14e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07efc17f65f4945" /><Relationship Type="http://schemas.openxmlformats.org/officeDocument/2006/relationships/image" Target="/ppt/media/image.png" Id="R840738f8bd3f457f" /><Relationship Type="http://schemas.openxmlformats.org/officeDocument/2006/relationships/notesSlide" Target="/ppt/notesSlides/notesSlide1.xml" Id="R7b22bf0dfa8f48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f21b11f3ccb4f45" /><Relationship Type="http://schemas.openxmlformats.org/officeDocument/2006/relationships/image" Target="/ppt/media/image2.png" Id="R7e7fc9a7e04945d9" /><Relationship Type="http://schemas.openxmlformats.org/officeDocument/2006/relationships/notesSlide" Target="/ppt/notesSlides/notesSlide2.xml" Id="Racff645de583411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background">
            <a:extLst xmlns:a="http://schemas.openxmlformats.org/drawingml/2006/main">
              <a:ext uri="{FF2B5EF4-FFF2-40B4-BE49-F238E27FC236}">
                <a16:creationId xmlns:a16="http://schemas.microsoft.com/office/drawing/2014/main" id="{BA5A5D25-8572-44CB-96EC-4ADA05058FF8}"/>
              </a:ext>
            </a:extLst>
          </p:cNvPr>
          <p:cNvSpPr>
            <a:spLocks xmlns:a="http://schemas.openxmlformats.org/drawingml/2006/main"/>
          </p:cNvSpPr>
          <p:nvPr/>
        </p:nvSpPr>
        <p:spPr>
          <a:xfrm xmlns:a="http://schemas.openxmlformats.org/drawingml/2006/main">
            <a:off x="0" y="0"/>
            <a:ext cx="6408000" cy="2373449"/>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40738f8bd3f457f"/>
          <a:stretch xmlns:a="http://schemas.openxmlformats.org/drawingml/2006/main"/>
        </p:blipFill>
        <p:spPr>
          <a:xfrm xmlns:a="http://schemas.openxmlformats.org/drawingml/2006/main">
            <a:off x="0" y="0"/>
            <a:ext cx="6408000" cy="2373449"/>
          </a:xfrm>
          <a:prstGeom xmlns:a="http://schemas.openxmlformats.org/drawingml/2006/main" prst="rect">
            <a:avLst/>
          </a:prstGeom>
        </p:spPr>
      </p:pic>
      <p:sp>
        <p:nvSpPr>
          <p:cNvPr id="3" name="stage-0">
            <a:extLst xmlns:a="http://schemas.openxmlformats.org/drawingml/2006/main">
              <a:ext uri="{FF2B5EF4-FFF2-40B4-BE49-F238E27FC236}">
                <a16:creationId xmlns:a16="http://schemas.microsoft.com/office/drawing/2014/main" id="{5B58D1EF-DE58-46C9-84DB-1E074CCE06E9}"/>
              </a:ext>
            </a:extLst>
          </p:cNvPr>
          <p:cNvSpPr>
            <a:spLocks xmlns:a="http://schemas.openxmlformats.org/drawingml/2006/main"/>
          </p:cNvSpPr>
          <p:nvPr/>
        </p:nvSpPr>
        <p:spPr>
          <a:xfrm xmlns:a="http://schemas.openxmlformats.org/drawingml/2006/main">
            <a:off x="14400" y="198000"/>
            <a:ext cx="1224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1">
                <a:solidFill>
                  <a:srgbClr val="1F2A30"/>
                </a:solidFill>
                <a:latin typeface="Arial"/>
                <a:ea typeface="Arial"/>
                <a:cs typeface="Arial"/>
              </a:defRPr>
            </a:pPr>
            <a:r>
              <a:rPr sz="950" b="1">
                <a:solidFill>
                  <a:srgbClr val="1F2A30"/>
                </a:solidFill>
                <a:latin typeface="Arial"/>
                <a:ea typeface="Arial"/>
                <a:cs typeface="Arial"/>
              </a:rPr>
              <a:t>Input data</a:t>
            </a:r>
          </a:p>
        </p:txBody>
      </p:sp>
      <p:sp>
        <p:nvSpPr>
          <p:cNvPr id="4" name="stage-1">
            <a:extLst xmlns:a="http://schemas.openxmlformats.org/drawingml/2006/main">
              <a:ext uri="{FF2B5EF4-FFF2-40B4-BE49-F238E27FC236}">
                <a16:creationId xmlns:a16="http://schemas.microsoft.com/office/drawing/2014/main" id="{493721A3-D169-458B-AECA-362681652881}"/>
              </a:ext>
            </a:extLst>
          </p:cNvPr>
          <p:cNvSpPr>
            <a:spLocks xmlns:a="http://schemas.openxmlformats.org/drawingml/2006/main"/>
          </p:cNvSpPr>
          <p:nvPr/>
        </p:nvSpPr>
        <p:spPr>
          <a:xfrm xmlns:a="http://schemas.openxmlformats.org/drawingml/2006/main">
            <a:off x="1260000" y="198000"/>
            <a:ext cx="1224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1">
                <a:solidFill>
                  <a:srgbClr val="1F2A30"/>
                </a:solidFill>
                <a:latin typeface="Arial"/>
                <a:ea typeface="Arial"/>
                <a:cs typeface="Arial"/>
              </a:defRPr>
            </a:pPr>
            <a:r>
              <a:rPr sz="950" b="1">
                <a:solidFill>
                  <a:srgbClr val="1F2A30"/>
                </a:solidFill>
                <a:latin typeface="Arial"/>
                <a:ea typeface="Arial"/>
                <a:cs typeface="Arial"/>
              </a:rPr>
              <a:t>Price basis</a:t>
            </a:r>
          </a:p>
        </p:txBody>
      </p:sp>
      <p:sp>
        <p:nvSpPr>
          <p:cNvPr id="5" name="stage-2">
            <a:extLst xmlns:a="http://schemas.openxmlformats.org/drawingml/2006/main">
              <a:ext uri="{FF2B5EF4-FFF2-40B4-BE49-F238E27FC236}">
                <a16:creationId xmlns:a16="http://schemas.microsoft.com/office/drawing/2014/main" id="{D84A6F9C-2843-4852-AF31-3D3C0ABB8B33}"/>
              </a:ext>
            </a:extLst>
          </p:cNvPr>
          <p:cNvSpPr>
            <a:spLocks xmlns:a="http://schemas.openxmlformats.org/drawingml/2006/main"/>
          </p:cNvSpPr>
          <p:nvPr/>
        </p:nvSpPr>
        <p:spPr>
          <a:xfrm xmlns:a="http://schemas.openxmlformats.org/drawingml/2006/main">
            <a:off x="2592000" y="198000"/>
            <a:ext cx="1224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1">
                <a:solidFill>
                  <a:srgbClr val="1F2A30"/>
                </a:solidFill>
                <a:latin typeface="Arial"/>
                <a:ea typeface="Arial"/>
                <a:cs typeface="Arial"/>
              </a:defRPr>
            </a:pPr>
            <a:r>
              <a:rPr sz="950" b="1">
                <a:solidFill>
                  <a:srgbClr val="1F2A30"/>
                </a:solidFill>
                <a:latin typeface="Arial"/>
                <a:ea typeface="Arial"/>
                <a:cs typeface="Arial"/>
              </a:rPr>
              <a:t>Cost estimation</a:t>
            </a:r>
          </a:p>
        </p:txBody>
      </p:sp>
      <p:sp>
        <p:nvSpPr>
          <p:cNvPr id="6" name="stage-3">
            <a:extLst xmlns:a="http://schemas.openxmlformats.org/drawingml/2006/main">
              <a:ext uri="{FF2B5EF4-FFF2-40B4-BE49-F238E27FC236}">
                <a16:creationId xmlns:a16="http://schemas.microsoft.com/office/drawing/2014/main" id="{2A772B92-915D-499E-A8B0-975D37BD6EFE}"/>
              </a:ext>
            </a:extLst>
          </p:cNvPr>
          <p:cNvSpPr>
            <a:spLocks xmlns:a="http://schemas.openxmlformats.org/drawingml/2006/main"/>
          </p:cNvSpPr>
          <p:nvPr/>
        </p:nvSpPr>
        <p:spPr>
          <a:xfrm xmlns:a="http://schemas.openxmlformats.org/drawingml/2006/main">
            <a:off x="3909600" y="198000"/>
            <a:ext cx="1224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1">
                <a:solidFill>
                  <a:srgbClr val="1F2A30"/>
                </a:solidFill>
                <a:latin typeface="Arial"/>
                <a:ea typeface="Arial"/>
                <a:cs typeface="Arial"/>
              </a:defRPr>
            </a:pPr>
            <a:r>
              <a:rPr sz="950" b="1">
                <a:solidFill>
                  <a:srgbClr val="1F2A30"/>
                </a:solidFill>
                <a:latin typeface="Arial"/>
                <a:ea typeface="Arial"/>
                <a:cs typeface="Arial"/>
              </a:rPr>
              <a:t>Cost breakdown</a:t>
            </a:r>
          </a:p>
        </p:txBody>
      </p:sp>
      <p:sp>
        <p:nvSpPr>
          <p:cNvPr id="7" name="stage-4">
            <a:extLst xmlns:a="http://schemas.openxmlformats.org/drawingml/2006/main">
              <a:ext uri="{FF2B5EF4-FFF2-40B4-BE49-F238E27FC236}">
                <a16:creationId xmlns:a16="http://schemas.microsoft.com/office/drawing/2014/main" id="{16C35866-A075-4717-9F86-3689B9C2C627}"/>
              </a:ext>
            </a:extLst>
          </p:cNvPr>
          <p:cNvSpPr>
            <a:spLocks xmlns:a="http://schemas.openxmlformats.org/drawingml/2006/main"/>
          </p:cNvSpPr>
          <p:nvPr/>
        </p:nvSpPr>
        <p:spPr>
          <a:xfrm xmlns:a="http://schemas.openxmlformats.org/drawingml/2006/main">
            <a:off x="5162400" y="198000"/>
            <a:ext cx="1224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1">
                <a:solidFill>
                  <a:srgbClr val="1F2A30"/>
                </a:solidFill>
                <a:latin typeface="Arial"/>
                <a:ea typeface="Arial"/>
                <a:cs typeface="Arial"/>
              </a:defRPr>
            </a:pPr>
            <a:r>
              <a:rPr sz="950" b="1">
                <a:solidFill>
                  <a:srgbClr val="1F2A30"/>
                </a:solidFill>
                <a:latin typeface="Arial"/>
                <a:ea typeface="Arial"/>
                <a:cs typeface="Arial"/>
              </a:rPr>
              <a:t>Candidate ranking</a:t>
            </a:r>
          </a:p>
        </p:txBody>
      </p:sp>
      <p:sp>
        <p:nvSpPr>
          <p:cNvPr id="8" name="record-0">
            <a:extLst xmlns:a="http://schemas.openxmlformats.org/drawingml/2006/main">
              <a:ext uri="{FF2B5EF4-FFF2-40B4-BE49-F238E27FC236}">
                <a16:creationId xmlns:a16="http://schemas.microsoft.com/office/drawing/2014/main" id="{50B8D8D3-B297-4781-9948-7190542F6593}"/>
              </a:ext>
            </a:extLst>
          </p:cNvPr>
          <p:cNvSpPr>
            <a:spLocks xmlns:a="http://schemas.openxmlformats.org/drawingml/2006/main"/>
          </p:cNvSpPr>
          <p:nvPr/>
        </p:nvSpPr>
        <p:spPr>
          <a:xfrm xmlns:a="http://schemas.openxmlformats.org/drawingml/2006/main">
            <a:off x="738000" y="1972800"/>
            <a:ext cx="828000" cy="19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1F2A30"/>
                </a:solidFill>
                <a:latin typeface="Arial"/>
                <a:ea typeface="Arial"/>
                <a:cs typeface="Arial"/>
              </a:defRPr>
            </a:pPr>
            <a:r>
              <a:rPr sz="850" b="0">
                <a:solidFill>
                  <a:srgbClr val="1F2A30"/>
                </a:solidFill>
                <a:latin typeface="Arial"/>
                <a:ea typeface="Arial"/>
                <a:cs typeface="Arial"/>
              </a:rPr>
              <a:t>Analysis record</a:t>
            </a:r>
          </a:p>
        </p:txBody>
      </p:sp>
      <p:sp>
        <p:nvSpPr>
          <p:cNvPr id="9" name="record-1">
            <a:extLst xmlns:a="http://schemas.openxmlformats.org/drawingml/2006/main">
              <a:ext uri="{FF2B5EF4-FFF2-40B4-BE49-F238E27FC236}">
                <a16:creationId xmlns:a16="http://schemas.microsoft.com/office/drawing/2014/main" id="{0B8E0F63-7CDD-4D56-B805-265D0A9EFFB6}"/>
              </a:ext>
            </a:extLst>
          </p:cNvPr>
          <p:cNvSpPr>
            <a:spLocks xmlns:a="http://schemas.openxmlformats.org/drawingml/2006/main"/>
          </p:cNvSpPr>
          <p:nvPr/>
        </p:nvSpPr>
        <p:spPr>
          <a:xfrm xmlns:a="http://schemas.openxmlformats.org/drawingml/2006/main">
            <a:off x="2142000" y="1972800"/>
            <a:ext cx="792000" cy="19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1F2A30"/>
                </a:solidFill>
                <a:latin typeface="Arial"/>
                <a:ea typeface="Arial"/>
                <a:cs typeface="Arial"/>
              </a:defRPr>
            </a:pPr>
            <a:r>
              <a:rPr sz="850" b="0">
                <a:solidFill>
                  <a:srgbClr val="1F2A30"/>
                </a:solidFill>
                <a:latin typeface="Arial"/>
                <a:ea typeface="Arial"/>
                <a:cs typeface="Arial"/>
              </a:rPr>
              <a:t>Data sources</a:t>
            </a:r>
          </a:p>
        </p:txBody>
      </p:sp>
      <p:sp>
        <p:nvSpPr>
          <p:cNvPr id="10" name="record-2">
            <a:extLst xmlns:a="http://schemas.openxmlformats.org/drawingml/2006/main">
              <a:ext uri="{FF2B5EF4-FFF2-40B4-BE49-F238E27FC236}">
                <a16:creationId xmlns:a16="http://schemas.microsoft.com/office/drawing/2014/main" id="{04DA8BF3-0F87-4A05-99F2-A43F3C31D419}"/>
              </a:ext>
            </a:extLst>
          </p:cNvPr>
          <p:cNvSpPr>
            <a:spLocks xmlns:a="http://schemas.openxmlformats.org/drawingml/2006/main"/>
          </p:cNvSpPr>
          <p:nvPr/>
        </p:nvSpPr>
        <p:spPr>
          <a:xfrm xmlns:a="http://schemas.openxmlformats.org/drawingml/2006/main">
            <a:off x="3600000" y="1972800"/>
            <a:ext cx="1044000" cy="19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1F2A30"/>
                </a:solidFill>
                <a:latin typeface="Arial"/>
                <a:ea typeface="Arial"/>
                <a:cs typeface="Arial"/>
              </a:defRPr>
            </a:pPr>
            <a:r>
              <a:rPr sz="850" b="0">
                <a:solidFill>
                  <a:srgbClr val="1F2A30"/>
                </a:solidFill>
                <a:latin typeface="Arial"/>
                <a:ea typeface="Arial"/>
                <a:cs typeface="Arial"/>
              </a:rPr>
              <a:t>Model assumptions</a:t>
            </a:r>
          </a:p>
        </p:txBody>
      </p:sp>
      <p:sp>
        <p:nvSpPr>
          <p:cNvPr id="11" name="record-3">
            <a:extLst xmlns:a="http://schemas.openxmlformats.org/drawingml/2006/main">
              <a:ext uri="{FF2B5EF4-FFF2-40B4-BE49-F238E27FC236}">
                <a16:creationId xmlns:a16="http://schemas.microsoft.com/office/drawing/2014/main" id="{A7960581-954B-417D-9A63-B663D42AD1FF}"/>
              </a:ext>
            </a:extLst>
          </p:cNvPr>
          <p:cNvSpPr>
            <a:spLocks xmlns:a="http://schemas.openxmlformats.org/drawingml/2006/main"/>
          </p:cNvSpPr>
          <p:nvPr/>
        </p:nvSpPr>
        <p:spPr>
          <a:xfrm xmlns:a="http://schemas.openxmlformats.org/drawingml/2006/main">
            <a:off x="5292000" y="1972800"/>
            <a:ext cx="900000" cy="19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1F2A30"/>
                </a:solidFill>
                <a:latin typeface="Arial"/>
                <a:ea typeface="Arial"/>
                <a:cs typeface="Arial"/>
              </a:defRPr>
            </a:pPr>
            <a:r>
              <a:rPr sz="850" b="0">
                <a:solidFill>
                  <a:srgbClr val="1F2A30"/>
                </a:solidFill>
                <a:latin typeface="Arial"/>
                <a:ea typeface="Arial"/>
                <a:cs typeface="Arial"/>
              </a:rPr>
              <a:t>Reproducibility</a:t>
            </a:r>
          </a:p>
        </p:txBody>
      </p:sp>
    </p:spTree>
    <p:extLst>
      <p:ext uri="{BB962C8B-B14F-4D97-AF65-F5344CB8AC3E}">
        <p14:creationId xmlns:p14="http://schemas.microsoft.com/office/powerpoint/2010/main" val="21433128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background">
            <a:extLst xmlns:a="http://schemas.openxmlformats.org/drawingml/2006/main">
              <a:ext uri="{FF2B5EF4-FFF2-40B4-BE49-F238E27FC236}">
                <a16:creationId xmlns:a16="http://schemas.microsoft.com/office/drawing/2014/main" id="{7C81CD1D-B3FE-45E5-8A60-90B2D29DED11}"/>
              </a:ext>
            </a:extLst>
          </p:cNvPr>
          <p:cNvSpPr>
            <a:spLocks xmlns:a="http://schemas.openxmlformats.org/drawingml/2006/main"/>
          </p:cNvSpPr>
          <p:nvPr/>
        </p:nvSpPr>
        <p:spPr>
          <a:xfrm xmlns:a="http://schemas.openxmlformats.org/drawingml/2006/main">
            <a:off x="0" y="0"/>
            <a:ext cx="6408000" cy="2373449"/>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e7fc9a7e04945d9"/>
          <a:stretch xmlns:a="http://schemas.openxmlformats.org/drawingml/2006/main"/>
        </p:blipFill>
        <p:spPr>
          <a:xfrm xmlns:a="http://schemas.openxmlformats.org/drawingml/2006/main">
            <a:off x="0" y="0"/>
            <a:ext cx="6408000" cy="2373449"/>
          </a:xfrm>
          <a:prstGeom xmlns:a="http://schemas.openxmlformats.org/drawingml/2006/main" prst="rect">
            <a:avLst/>
          </a:prstGeom>
        </p:spPr>
      </p:pic>
      <p:sp>
        <p:nvSpPr>
          <p:cNvPr id="3" name="stage-0">
            <a:extLst xmlns:a="http://schemas.openxmlformats.org/drawingml/2006/main">
              <a:ext uri="{FF2B5EF4-FFF2-40B4-BE49-F238E27FC236}">
                <a16:creationId xmlns:a16="http://schemas.microsoft.com/office/drawing/2014/main" id="{C6784E6A-1688-4D48-AD8F-CBEA36CAC1A7}"/>
              </a:ext>
            </a:extLst>
          </p:cNvPr>
          <p:cNvSpPr>
            <a:spLocks xmlns:a="http://schemas.openxmlformats.org/drawingml/2006/main"/>
          </p:cNvSpPr>
          <p:nvPr/>
        </p:nvSpPr>
        <p:spPr>
          <a:xfrm xmlns:a="http://schemas.openxmlformats.org/drawingml/2006/main">
            <a:off x="14400" y="198000"/>
            <a:ext cx="1224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1">
                <a:solidFill>
                  <a:srgbClr val="1F2A30"/>
                </a:solidFill>
                <a:latin typeface="Malgun Gothic"/>
                <a:ea typeface="Malgun Gothic"/>
                <a:cs typeface="Malgun Gothic"/>
              </a:defRPr>
            </a:pPr>
            <a:r>
              <a:rPr sz="950" b="1">
                <a:solidFill>
                  <a:srgbClr val="1F2A30"/>
                </a:solidFill>
                <a:latin typeface="Malgun Gothic"/>
                <a:ea typeface="Malgun Gothic"/>
                <a:cs typeface="Malgun Gothic"/>
              </a:rPr>
              <a:t>입력 데이터</a:t>
            </a:r>
          </a:p>
        </p:txBody>
      </p:sp>
      <p:sp>
        <p:nvSpPr>
          <p:cNvPr id="4" name="stage-1">
            <a:extLst xmlns:a="http://schemas.openxmlformats.org/drawingml/2006/main">
              <a:ext uri="{FF2B5EF4-FFF2-40B4-BE49-F238E27FC236}">
                <a16:creationId xmlns:a16="http://schemas.microsoft.com/office/drawing/2014/main" id="{24EFC4C8-3D52-4AE8-BCFF-8B34F51A6128}"/>
              </a:ext>
            </a:extLst>
          </p:cNvPr>
          <p:cNvSpPr>
            <a:spLocks xmlns:a="http://schemas.openxmlformats.org/drawingml/2006/main"/>
          </p:cNvSpPr>
          <p:nvPr/>
        </p:nvSpPr>
        <p:spPr>
          <a:xfrm xmlns:a="http://schemas.openxmlformats.org/drawingml/2006/main">
            <a:off x="1260000" y="198000"/>
            <a:ext cx="1224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1">
                <a:solidFill>
                  <a:srgbClr val="1F2A30"/>
                </a:solidFill>
                <a:latin typeface="Malgun Gothic"/>
                <a:ea typeface="Malgun Gothic"/>
                <a:cs typeface="Malgun Gothic"/>
              </a:defRPr>
            </a:pPr>
            <a:r>
              <a:rPr sz="950" b="1">
                <a:solidFill>
                  <a:srgbClr val="1F2A30"/>
                </a:solidFill>
                <a:latin typeface="Malgun Gothic"/>
                <a:ea typeface="Malgun Gothic"/>
                <a:cs typeface="Malgun Gothic"/>
              </a:rPr>
              <a:t>가격 기준</a:t>
            </a:r>
          </a:p>
        </p:txBody>
      </p:sp>
      <p:sp>
        <p:nvSpPr>
          <p:cNvPr id="5" name="stage-2">
            <a:extLst xmlns:a="http://schemas.openxmlformats.org/drawingml/2006/main">
              <a:ext uri="{FF2B5EF4-FFF2-40B4-BE49-F238E27FC236}">
                <a16:creationId xmlns:a16="http://schemas.microsoft.com/office/drawing/2014/main" id="{F55284AF-F2A7-485F-B382-5668AFD7B591}"/>
              </a:ext>
            </a:extLst>
          </p:cNvPr>
          <p:cNvSpPr>
            <a:spLocks xmlns:a="http://schemas.openxmlformats.org/drawingml/2006/main"/>
          </p:cNvSpPr>
          <p:nvPr/>
        </p:nvSpPr>
        <p:spPr>
          <a:xfrm xmlns:a="http://schemas.openxmlformats.org/drawingml/2006/main">
            <a:off x="2592000" y="198000"/>
            <a:ext cx="1224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1">
                <a:solidFill>
                  <a:srgbClr val="1F2A30"/>
                </a:solidFill>
                <a:latin typeface="Malgun Gothic"/>
                <a:ea typeface="Malgun Gothic"/>
                <a:cs typeface="Malgun Gothic"/>
              </a:defRPr>
            </a:pPr>
            <a:r>
              <a:rPr sz="950" b="1">
                <a:solidFill>
                  <a:srgbClr val="1F2A30"/>
                </a:solidFill>
                <a:latin typeface="Malgun Gothic"/>
                <a:ea typeface="Malgun Gothic"/>
                <a:cs typeface="Malgun Gothic"/>
              </a:rPr>
              <a:t>원가 추정</a:t>
            </a:r>
          </a:p>
        </p:txBody>
      </p:sp>
      <p:sp>
        <p:nvSpPr>
          <p:cNvPr id="6" name="stage-3">
            <a:extLst xmlns:a="http://schemas.openxmlformats.org/drawingml/2006/main">
              <a:ext uri="{FF2B5EF4-FFF2-40B4-BE49-F238E27FC236}">
                <a16:creationId xmlns:a16="http://schemas.microsoft.com/office/drawing/2014/main" id="{FB2CFDE4-50B8-4ED0-A4AD-B7B32BF9EF67}"/>
              </a:ext>
            </a:extLst>
          </p:cNvPr>
          <p:cNvSpPr>
            <a:spLocks xmlns:a="http://schemas.openxmlformats.org/drawingml/2006/main"/>
          </p:cNvSpPr>
          <p:nvPr/>
        </p:nvSpPr>
        <p:spPr>
          <a:xfrm xmlns:a="http://schemas.openxmlformats.org/drawingml/2006/main">
            <a:off x="3909600" y="198000"/>
            <a:ext cx="1224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1">
                <a:solidFill>
                  <a:srgbClr val="1F2A30"/>
                </a:solidFill>
                <a:latin typeface="Malgun Gothic"/>
                <a:ea typeface="Malgun Gothic"/>
                <a:cs typeface="Malgun Gothic"/>
              </a:defRPr>
            </a:pPr>
            <a:r>
              <a:rPr sz="950" b="1">
                <a:solidFill>
                  <a:srgbClr val="1F2A30"/>
                </a:solidFill>
                <a:latin typeface="Malgun Gothic"/>
                <a:ea typeface="Malgun Gothic"/>
                <a:cs typeface="Malgun Gothic"/>
              </a:rPr>
              <a:t>원가 구성</a:t>
            </a:r>
          </a:p>
        </p:txBody>
      </p:sp>
      <p:sp>
        <p:nvSpPr>
          <p:cNvPr id="7" name="stage-4">
            <a:extLst xmlns:a="http://schemas.openxmlformats.org/drawingml/2006/main">
              <a:ext uri="{FF2B5EF4-FFF2-40B4-BE49-F238E27FC236}">
                <a16:creationId xmlns:a16="http://schemas.microsoft.com/office/drawing/2014/main" id="{46873EE3-CF37-4B2A-B163-85EBCBB1E0CC}"/>
              </a:ext>
            </a:extLst>
          </p:cNvPr>
          <p:cNvSpPr>
            <a:spLocks xmlns:a="http://schemas.openxmlformats.org/drawingml/2006/main"/>
          </p:cNvSpPr>
          <p:nvPr/>
        </p:nvSpPr>
        <p:spPr>
          <a:xfrm xmlns:a="http://schemas.openxmlformats.org/drawingml/2006/main">
            <a:off x="5162400" y="198000"/>
            <a:ext cx="1224000" cy="18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50" b="1">
                <a:solidFill>
                  <a:srgbClr val="1F2A30"/>
                </a:solidFill>
                <a:latin typeface="Malgun Gothic"/>
                <a:ea typeface="Malgun Gothic"/>
                <a:cs typeface="Malgun Gothic"/>
              </a:defRPr>
            </a:pPr>
            <a:r>
              <a:rPr sz="950" b="1">
                <a:solidFill>
                  <a:srgbClr val="1F2A30"/>
                </a:solidFill>
                <a:latin typeface="Malgun Gothic"/>
                <a:ea typeface="Malgun Gothic"/>
                <a:cs typeface="Malgun Gothic"/>
              </a:rPr>
              <a:t>후보 순위</a:t>
            </a:r>
          </a:p>
        </p:txBody>
      </p:sp>
      <p:sp>
        <p:nvSpPr>
          <p:cNvPr id="8" name="record-0">
            <a:extLst xmlns:a="http://schemas.openxmlformats.org/drawingml/2006/main">
              <a:ext uri="{FF2B5EF4-FFF2-40B4-BE49-F238E27FC236}">
                <a16:creationId xmlns:a16="http://schemas.microsoft.com/office/drawing/2014/main" id="{94621FC1-8CA7-4D25-AFD2-6381D675C4DF}"/>
              </a:ext>
            </a:extLst>
          </p:cNvPr>
          <p:cNvSpPr>
            <a:spLocks xmlns:a="http://schemas.openxmlformats.org/drawingml/2006/main"/>
          </p:cNvSpPr>
          <p:nvPr/>
        </p:nvSpPr>
        <p:spPr>
          <a:xfrm xmlns:a="http://schemas.openxmlformats.org/drawingml/2006/main">
            <a:off x="738000" y="1972800"/>
            <a:ext cx="828000" cy="19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1F2A30"/>
                </a:solidFill>
                <a:latin typeface="Malgun Gothic"/>
                <a:ea typeface="Malgun Gothic"/>
                <a:cs typeface="Malgun Gothic"/>
              </a:defRPr>
            </a:pPr>
            <a:r>
              <a:rPr sz="850" b="0">
                <a:solidFill>
                  <a:srgbClr val="1F2A30"/>
                </a:solidFill>
                <a:latin typeface="Malgun Gothic"/>
                <a:ea typeface="Malgun Gothic"/>
                <a:cs typeface="Malgun Gothic"/>
              </a:rPr>
              <a:t>분석 기록</a:t>
            </a:r>
          </a:p>
        </p:txBody>
      </p:sp>
      <p:sp>
        <p:nvSpPr>
          <p:cNvPr id="9" name="record-1">
            <a:extLst xmlns:a="http://schemas.openxmlformats.org/drawingml/2006/main">
              <a:ext uri="{FF2B5EF4-FFF2-40B4-BE49-F238E27FC236}">
                <a16:creationId xmlns:a16="http://schemas.microsoft.com/office/drawing/2014/main" id="{FBEDB686-3675-4720-92B9-D5F08BCB3538}"/>
              </a:ext>
            </a:extLst>
          </p:cNvPr>
          <p:cNvSpPr>
            <a:spLocks xmlns:a="http://schemas.openxmlformats.org/drawingml/2006/main"/>
          </p:cNvSpPr>
          <p:nvPr/>
        </p:nvSpPr>
        <p:spPr>
          <a:xfrm xmlns:a="http://schemas.openxmlformats.org/drawingml/2006/main">
            <a:off x="2142000" y="1972800"/>
            <a:ext cx="792000" cy="19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1F2A30"/>
                </a:solidFill>
                <a:latin typeface="Malgun Gothic"/>
                <a:ea typeface="Malgun Gothic"/>
                <a:cs typeface="Malgun Gothic"/>
              </a:defRPr>
            </a:pPr>
            <a:r>
              <a:rPr sz="850" b="0">
                <a:solidFill>
                  <a:srgbClr val="1F2A30"/>
                </a:solidFill>
                <a:latin typeface="Malgun Gothic"/>
                <a:ea typeface="Malgun Gothic"/>
                <a:cs typeface="Malgun Gothic"/>
              </a:rPr>
              <a:t>데이터 출처</a:t>
            </a:r>
          </a:p>
        </p:txBody>
      </p:sp>
      <p:sp>
        <p:nvSpPr>
          <p:cNvPr id="10" name="record-2">
            <a:extLst xmlns:a="http://schemas.openxmlformats.org/drawingml/2006/main">
              <a:ext uri="{FF2B5EF4-FFF2-40B4-BE49-F238E27FC236}">
                <a16:creationId xmlns:a16="http://schemas.microsoft.com/office/drawing/2014/main" id="{AC58D76E-DDFD-46E1-B9AF-B1EA086F3279}"/>
              </a:ext>
            </a:extLst>
          </p:cNvPr>
          <p:cNvSpPr>
            <a:spLocks xmlns:a="http://schemas.openxmlformats.org/drawingml/2006/main"/>
          </p:cNvSpPr>
          <p:nvPr/>
        </p:nvSpPr>
        <p:spPr>
          <a:xfrm xmlns:a="http://schemas.openxmlformats.org/drawingml/2006/main">
            <a:off x="3600000" y="1972800"/>
            <a:ext cx="1044000" cy="19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1F2A30"/>
                </a:solidFill>
                <a:latin typeface="Malgun Gothic"/>
                <a:ea typeface="Malgun Gothic"/>
                <a:cs typeface="Malgun Gothic"/>
              </a:defRPr>
            </a:pPr>
            <a:r>
              <a:rPr sz="850" b="0">
                <a:solidFill>
                  <a:srgbClr val="1F2A30"/>
                </a:solidFill>
                <a:latin typeface="Malgun Gothic"/>
                <a:ea typeface="Malgun Gothic"/>
                <a:cs typeface="Malgun Gothic"/>
              </a:rPr>
              <a:t>계산 가정</a:t>
            </a:r>
          </a:p>
        </p:txBody>
      </p:sp>
      <p:sp>
        <p:nvSpPr>
          <p:cNvPr id="11" name="record-3">
            <a:extLst xmlns:a="http://schemas.openxmlformats.org/drawingml/2006/main">
              <a:ext uri="{FF2B5EF4-FFF2-40B4-BE49-F238E27FC236}">
                <a16:creationId xmlns:a16="http://schemas.microsoft.com/office/drawing/2014/main" id="{B9865C7A-C711-46C6-B90B-0AC9F1A63107}"/>
              </a:ext>
            </a:extLst>
          </p:cNvPr>
          <p:cNvSpPr>
            <a:spLocks xmlns:a="http://schemas.openxmlformats.org/drawingml/2006/main"/>
          </p:cNvSpPr>
          <p:nvPr/>
        </p:nvSpPr>
        <p:spPr>
          <a:xfrm xmlns:a="http://schemas.openxmlformats.org/drawingml/2006/main">
            <a:off x="5292000" y="1972800"/>
            <a:ext cx="900000" cy="19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0">
                <a:solidFill>
                  <a:srgbClr val="1F2A30"/>
                </a:solidFill>
                <a:latin typeface="Malgun Gothic"/>
                <a:ea typeface="Malgun Gothic"/>
                <a:cs typeface="Malgun Gothic"/>
              </a:defRPr>
            </a:pPr>
            <a:r>
              <a:rPr sz="850" b="0">
                <a:solidFill>
                  <a:srgbClr val="1F2A30"/>
                </a:solidFill>
                <a:latin typeface="Malgun Gothic"/>
                <a:ea typeface="Malgun Gothic"/>
                <a:cs typeface="Malgun Gothic"/>
              </a:rPr>
              <a:t>재현 정보</a:t>
            </a:r>
          </a:p>
        </p:txBody>
      </p:sp>
    </p:spTree>
    <p:extLst>
      <p:ext uri="{BB962C8B-B14F-4D97-AF65-F5344CB8AC3E}">
        <p14:creationId xmlns:p14="http://schemas.microsoft.com/office/powerpoint/2010/main" val="2757714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COMET</dc:creator>
  <lastModifiedBy>COMET</lastModifiedBy>
  <dc:title>Presentation</dc:title>
  <dcterms:created xsi:type="dcterms:W3CDTF">2026-09-13T09:33:32.4330000Z</dcterms:created>
  <dcterms:modified xsi:type="dcterms:W3CDTF">2026-09-13T09:33:32.4330000Z</dcterms:modified>
</coreProperties>
</file>
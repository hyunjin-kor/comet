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4f51525f85431e" /><Relationship Type="http://schemas.openxmlformats.org/officeDocument/2006/relationships/extended-properties" Target="/docProps/app.xml" Id="Rc9fe5e94e9cd432e" /><Relationship Type="http://schemas.openxmlformats.org/officeDocument/2006/relationships/officeDocument" Target="/ppt/presentation.xml" Id="R7b8b2bdd27734e64" /></Relationships>
</file>

<file path=ppt/presentation.xml><?xml version="1.0" encoding="utf-8"?>
<p:presentation xmlns:p="http://schemas.openxmlformats.org/presentationml/2006/main">
  <p:sldMasterIdLst>
    <p:sldMasterId xmlns:r="http://schemas.openxmlformats.org/officeDocument/2006/relationships" id="2147483648" r:id="R0aee19abfef74f9a"/>
  </p:sldMasterIdLst>
  <p:notesMasterIdLst>
    <p:notesMasterId xmlns:r="http://schemas.openxmlformats.org/officeDocument/2006/relationships" r:id="R912d395b99f54e77"/>
  </p:notesMasterIdLst>
  <p:sldIdLst>
    <p:sldId xmlns:r="http://schemas.openxmlformats.org/officeDocument/2006/relationships" id="256" r:id="R226085fca1384ae5"/>
    <p:sldId xmlns:r="http://schemas.openxmlformats.org/officeDocument/2006/relationships" id="257" r:id="R9d6d32a342a14df4"/>
  </p:sldIdLst>
  <p:sldSz cx="6408000" cy="2736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69221632b44548" /><Relationship Type="http://schemas.openxmlformats.org/officeDocument/2006/relationships/slideMaster" Target="/ppt/slideMasters/slideMaster1.xml" Id="R0aee19abfef74f9a" /><Relationship Type="http://schemas.openxmlformats.org/officeDocument/2006/relationships/notesMaster" Target="/ppt/notesMasters/notesMaster1.xml" Id="R912d395b99f54e77" /><Relationship Type="http://schemas.openxmlformats.org/officeDocument/2006/relationships/presProps" Target="/ppt/presProps.xml" Id="Rf95372d93648455d" /><Relationship Type="http://schemas.openxmlformats.org/officeDocument/2006/relationships/tableStyles" Target="/ppt/tableStyles.xml" Id="R45a99cd8ea044110" /><Relationship Type="http://schemas.openxmlformats.org/officeDocument/2006/relationships/slide" Target="/ppt/slides/slide1.xml" Id="R226085fca1384ae5" /><Relationship Type="http://schemas.openxmlformats.org/officeDocument/2006/relationships/slide" Target="/ppt/slides/slide2.xml" Id="R9d6d32a342a14d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b55f16278444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05a13c4b8a482f" /><Relationship Type="http://schemas.openxmlformats.org/officeDocument/2006/relationships/notesMaster" Target="/ppt/notesMasters/notesMaster1.xml" Id="R38f20a9d008b4c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cb55bece7f4670" /><Relationship Type="http://schemas.openxmlformats.org/officeDocument/2006/relationships/notesMaster" Target="/ppt/notesMasters/notesMaster1.xml" Id="Rcbe73416e6d64f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COMET Figure 2(a). Formulation and price basis determine materials cost. Preparation route and order size determine Step Method processing cost. Order size separately sets margin m. Adopted cost equations retain the attribution in the manuscript and Figure 2 caption (Baddour et al.; Van Allsburg et 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COMET Figure 2(a). Formulation and price basis determine materials cost. Preparation route and order size determine Step Method processing cost. Order size separately sets margin m. Adopted cost equations retain the attribution in the manuscript and Figure 2 caption (Baddour et al.; Van Allsburg et 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c5eea22b2746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721e79a2c94eae" /><Relationship Type="http://schemas.openxmlformats.org/officeDocument/2006/relationships/slideLayout" Target="/ppt/slideLayouts/slideLayout1.xml" Id="Rf83d30a3d0bc4f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3d30a3d0bc4f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2a05415eec415d" /><Relationship Type="http://schemas.openxmlformats.org/officeDocument/2006/relationships/notesSlide" Target="/ppt/notesSlides/notesSlide1.xml" Id="R9404d216633f4c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a9e0cb926647eb" /><Relationship Type="http://schemas.openxmlformats.org/officeDocument/2006/relationships/notesSlide" Target="/ppt/notesSlides/notesSlide2.xml" Id="Raf30a94fe1d6410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slide-background">
            <a:extLst xmlns:a="http://schemas.openxmlformats.org/drawingml/2006/main">
              <a:ext uri="{FF2B5EF4-FFF2-40B4-BE49-F238E27FC236}">
                <a16:creationId xmlns:a16="http://schemas.microsoft.com/office/drawing/2014/main" id="{A8B53330-EF71-454F-9B45-CAD7961B1419}"/>
              </a:ext>
            </a:extLst>
          </p:cNvPr>
          <p:cNvSpPr>
            <a:spLocks xmlns:a="http://schemas.openxmlformats.org/drawingml/2006/main"/>
          </p:cNvSpPr>
          <p:nvPr/>
        </p:nvSpPr>
        <p:spPr>
          <a:xfrm xmlns:a="http://schemas.openxmlformats.org/drawingml/2006/main">
            <a:off x="0" y="0"/>
            <a:ext cx="6408000" cy="2736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input-0">
            <a:extLst xmlns:a="http://schemas.openxmlformats.org/drawingml/2006/main">
              <a:ext uri="{FF2B5EF4-FFF2-40B4-BE49-F238E27FC236}">
                <a16:creationId xmlns:a16="http://schemas.microsoft.com/office/drawing/2014/main" id="{3C382A52-B8B0-4291-8185-AF2FE347D4E8}"/>
              </a:ext>
            </a:extLst>
          </p:cNvPr>
          <p:cNvSpPr>
            <a:spLocks xmlns:a="http://schemas.openxmlformats.org/drawingml/2006/main"/>
          </p:cNvSpPr>
          <p:nvPr/>
        </p:nvSpPr>
        <p:spPr>
          <a:xfrm xmlns:a="http://schemas.openxmlformats.org/drawingml/2006/main">
            <a:off x="144000" y="144000"/>
            <a:ext cx="1224000" cy="324000"/>
          </a:xfrm>
          <a:prstGeom xmlns:a="http://schemas.openxmlformats.org/drawingml/2006/main" prst="roundRect">
            <a:avLst>
              <a:gd name="adj" fmla="val 8889"/>
            </a:avLst>
          </a:prstGeom>
          <a:solidFill xmlns:a="http://schemas.openxmlformats.org/drawingml/2006/main">
            <a:srgbClr val="F4F6F7"/>
          </a:solidFill>
          <a:ln xmlns:a="http://schemas.openxmlformats.org/drawingml/2006/main" w="8255">
            <a:solidFill>
              <a:srgbClr val="C3CBCE"/>
            </a:solidFill>
          </a:ln>
        </p:spPr>
      </p:sp>
      <p:sp>
        <p:nvSpPr>
          <p:cNvPr id="3" name="input-label-0">
            <a:extLst xmlns:a="http://schemas.openxmlformats.org/drawingml/2006/main">
              <a:ext uri="{FF2B5EF4-FFF2-40B4-BE49-F238E27FC236}">
                <a16:creationId xmlns:a16="http://schemas.microsoft.com/office/drawing/2014/main" id="{7CC9E9F3-6D9F-4B06-BA35-63427EE6910D}"/>
              </a:ext>
            </a:extLst>
          </p:cNvPr>
          <p:cNvSpPr>
            <a:spLocks xmlns:a="http://schemas.openxmlformats.org/drawingml/2006/main"/>
          </p:cNvSpPr>
          <p:nvPr/>
        </p:nvSpPr>
        <p:spPr>
          <a:xfrm xmlns:a="http://schemas.openxmlformats.org/drawingml/2006/main">
            <a:off x="180000" y="144000"/>
            <a:ext cx="1152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1F2A30"/>
                </a:solidFill>
                <a:latin typeface="Arial"/>
                <a:ea typeface="Arial"/>
                <a:cs typeface="Arial"/>
              </a:defRPr>
            </a:pPr>
            <a:r>
              <a:rPr sz="850" b="1">
                <a:solidFill>
                  <a:srgbClr val="1F2A30"/>
                </a:solidFill>
                <a:latin typeface="Arial"/>
                <a:ea typeface="Arial"/>
                <a:cs typeface="Arial"/>
              </a:rPr>
              <a:t>Formulation</a:t>
            </a:r>
          </a:p>
        </p:txBody>
      </p:sp>
      <p:sp>
        <p:nvSpPr>
          <p:cNvPr id="4" name="input-1">
            <a:extLst xmlns:a="http://schemas.openxmlformats.org/drawingml/2006/main">
              <a:ext uri="{FF2B5EF4-FFF2-40B4-BE49-F238E27FC236}">
                <a16:creationId xmlns:a16="http://schemas.microsoft.com/office/drawing/2014/main" id="{6038FC59-BC9F-4A0C-8682-253A64523348}"/>
              </a:ext>
            </a:extLst>
          </p:cNvPr>
          <p:cNvSpPr>
            <a:spLocks xmlns:a="http://schemas.openxmlformats.org/drawingml/2006/main"/>
          </p:cNvSpPr>
          <p:nvPr/>
        </p:nvSpPr>
        <p:spPr>
          <a:xfrm xmlns:a="http://schemas.openxmlformats.org/drawingml/2006/main">
            <a:off x="1620000" y="144000"/>
            <a:ext cx="1224000" cy="324000"/>
          </a:xfrm>
          <a:prstGeom xmlns:a="http://schemas.openxmlformats.org/drawingml/2006/main" prst="roundRect">
            <a:avLst>
              <a:gd name="adj" fmla="val 8889"/>
            </a:avLst>
          </a:prstGeom>
          <a:solidFill xmlns:a="http://schemas.openxmlformats.org/drawingml/2006/main">
            <a:srgbClr val="F4F6F7"/>
          </a:solidFill>
          <a:ln xmlns:a="http://schemas.openxmlformats.org/drawingml/2006/main" w="8255">
            <a:solidFill>
              <a:srgbClr val="C3CBCE"/>
            </a:solidFill>
          </a:ln>
        </p:spPr>
      </p:sp>
      <p:sp>
        <p:nvSpPr>
          <p:cNvPr id="5" name="input-label-1">
            <a:extLst xmlns:a="http://schemas.openxmlformats.org/drawingml/2006/main">
              <a:ext uri="{FF2B5EF4-FFF2-40B4-BE49-F238E27FC236}">
                <a16:creationId xmlns:a16="http://schemas.microsoft.com/office/drawing/2014/main" id="{629C947B-91FB-4671-A4FE-A943DE09CCB5}"/>
              </a:ext>
            </a:extLst>
          </p:cNvPr>
          <p:cNvSpPr>
            <a:spLocks xmlns:a="http://schemas.openxmlformats.org/drawingml/2006/main"/>
          </p:cNvSpPr>
          <p:nvPr/>
        </p:nvSpPr>
        <p:spPr>
          <a:xfrm xmlns:a="http://schemas.openxmlformats.org/drawingml/2006/main">
            <a:off x="1656000" y="144000"/>
            <a:ext cx="1152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1F2A30"/>
                </a:solidFill>
                <a:latin typeface="Arial"/>
                <a:ea typeface="Arial"/>
                <a:cs typeface="Arial"/>
              </a:defRPr>
            </a:pPr>
            <a:r>
              <a:rPr sz="850" b="1">
                <a:solidFill>
                  <a:srgbClr val="1F2A30"/>
                </a:solidFill>
                <a:latin typeface="Arial"/>
                <a:ea typeface="Arial"/>
                <a:cs typeface="Arial"/>
              </a:rPr>
              <a:t>Price basis</a:t>
            </a:r>
          </a:p>
        </p:txBody>
      </p:sp>
      <p:sp>
        <p:nvSpPr>
          <p:cNvPr id="6" name="input-2">
            <a:extLst xmlns:a="http://schemas.openxmlformats.org/drawingml/2006/main">
              <a:ext uri="{FF2B5EF4-FFF2-40B4-BE49-F238E27FC236}">
                <a16:creationId xmlns:a16="http://schemas.microsoft.com/office/drawing/2014/main" id="{3B90BB87-72E7-4EFA-B430-BFE856587636}"/>
              </a:ext>
            </a:extLst>
          </p:cNvPr>
          <p:cNvSpPr>
            <a:spLocks xmlns:a="http://schemas.openxmlformats.org/drawingml/2006/main"/>
          </p:cNvSpPr>
          <p:nvPr/>
        </p:nvSpPr>
        <p:spPr>
          <a:xfrm xmlns:a="http://schemas.openxmlformats.org/drawingml/2006/main">
            <a:off x="3384000" y="144000"/>
            <a:ext cx="1224000" cy="324000"/>
          </a:xfrm>
          <a:prstGeom xmlns:a="http://schemas.openxmlformats.org/drawingml/2006/main" prst="roundRect">
            <a:avLst>
              <a:gd name="adj" fmla="val 8889"/>
            </a:avLst>
          </a:prstGeom>
          <a:solidFill xmlns:a="http://schemas.openxmlformats.org/drawingml/2006/main">
            <a:srgbClr val="F4F6F7"/>
          </a:solidFill>
          <a:ln xmlns:a="http://schemas.openxmlformats.org/drawingml/2006/main" w="8255">
            <a:solidFill>
              <a:srgbClr val="C3CBCE"/>
            </a:solidFill>
          </a:ln>
        </p:spPr>
      </p:sp>
      <p:sp>
        <p:nvSpPr>
          <p:cNvPr id="7" name="input-label-2">
            <a:extLst xmlns:a="http://schemas.openxmlformats.org/drawingml/2006/main">
              <a:ext uri="{FF2B5EF4-FFF2-40B4-BE49-F238E27FC236}">
                <a16:creationId xmlns:a16="http://schemas.microsoft.com/office/drawing/2014/main" id="{3242D4F2-95B8-46C1-B004-7C8B40848D11}"/>
              </a:ext>
            </a:extLst>
          </p:cNvPr>
          <p:cNvSpPr>
            <a:spLocks xmlns:a="http://schemas.openxmlformats.org/drawingml/2006/main"/>
          </p:cNvSpPr>
          <p:nvPr/>
        </p:nvSpPr>
        <p:spPr>
          <a:xfrm xmlns:a="http://schemas.openxmlformats.org/drawingml/2006/main">
            <a:off x="3420000" y="144000"/>
            <a:ext cx="1152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1F2A30"/>
                </a:solidFill>
                <a:latin typeface="Arial"/>
                <a:ea typeface="Arial"/>
                <a:cs typeface="Arial"/>
              </a:defRPr>
            </a:pPr>
            <a:r>
              <a:rPr sz="850" b="1">
                <a:solidFill>
                  <a:srgbClr val="1F2A30"/>
                </a:solidFill>
                <a:latin typeface="Arial"/>
                <a:ea typeface="Arial"/>
                <a:cs typeface="Arial"/>
              </a:rPr>
              <a:t>Preparation route</a:t>
            </a:r>
          </a:p>
        </p:txBody>
      </p:sp>
      <p:sp>
        <p:nvSpPr>
          <p:cNvPr id="8" name="input-3">
            <a:extLst xmlns:a="http://schemas.openxmlformats.org/drawingml/2006/main">
              <a:ext uri="{FF2B5EF4-FFF2-40B4-BE49-F238E27FC236}">
                <a16:creationId xmlns:a16="http://schemas.microsoft.com/office/drawing/2014/main" id="{956017FF-D88F-48D9-B8DD-4F3E3A118AA4}"/>
              </a:ext>
            </a:extLst>
          </p:cNvPr>
          <p:cNvSpPr>
            <a:spLocks xmlns:a="http://schemas.openxmlformats.org/drawingml/2006/main"/>
          </p:cNvSpPr>
          <p:nvPr/>
        </p:nvSpPr>
        <p:spPr>
          <a:xfrm xmlns:a="http://schemas.openxmlformats.org/drawingml/2006/main">
            <a:off x="4860000" y="144000"/>
            <a:ext cx="1224000" cy="324000"/>
          </a:xfrm>
          <a:prstGeom xmlns:a="http://schemas.openxmlformats.org/drawingml/2006/main" prst="roundRect">
            <a:avLst>
              <a:gd name="adj" fmla="val 8889"/>
            </a:avLst>
          </a:prstGeom>
          <a:solidFill xmlns:a="http://schemas.openxmlformats.org/drawingml/2006/main">
            <a:srgbClr val="F4F6F7"/>
          </a:solidFill>
          <a:ln xmlns:a="http://schemas.openxmlformats.org/drawingml/2006/main" w="8255">
            <a:solidFill>
              <a:srgbClr val="C3CBCE"/>
            </a:solidFill>
          </a:ln>
        </p:spPr>
      </p:sp>
      <p:sp>
        <p:nvSpPr>
          <p:cNvPr id="9" name="input-label-3">
            <a:extLst xmlns:a="http://schemas.openxmlformats.org/drawingml/2006/main">
              <a:ext uri="{FF2B5EF4-FFF2-40B4-BE49-F238E27FC236}">
                <a16:creationId xmlns:a16="http://schemas.microsoft.com/office/drawing/2014/main" id="{7E7A3886-86DB-4861-A7A2-51F528E4D36F}"/>
              </a:ext>
            </a:extLst>
          </p:cNvPr>
          <p:cNvSpPr>
            <a:spLocks xmlns:a="http://schemas.openxmlformats.org/drawingml/2006/main"/>
          </p:cNvSpPr>
          <p:nvPr/>
        </p:nvSpPr>
        <p:spPr>
          <a:xfrm xmlns:a="http://schemas.openxmlformats.org/drawingml/2006/main">
            <a:off x="4896000" y="144000"/>
            <a:ext cx="1152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1F2A30"/>
                </a:solidFill>
                <a:latin typeface="Arial"/>
                <a:ea typeface="Arial"/>
                <a:cs typeface="Arial"/>
              </a:defRPr>
            </a:pPr>
            <a:r>
              <a:rPr sz="850" b="1">
                <a:solidFill>
                  <a:srgbClr val="1F2A30"/>
                </a:solidFill>
                <a:latin typeface="Arial"/>
                <a:ea typeface="Arial"/>
                <a:cs typeface="Arial"/>
              </a:rPr>
              <a:t>Order size</a:t>
            </a:r>
          </a:p>
        </p:txBody>
      </p:sp>
      <p:sp>
        <p:nvSpPr>
          <p:cNvPr id="10" name="materials">
            <a:extLst xmlns:a="http://schemas.openxmlformats.org/drawingml/2006/main">
              <a:ext uri="{FF2B5EF4-FFF2-40B4-BE49-F238E27FC236}">
                <a16:creationId xmlns:a16="http://schemas.microsoft.com/office/drawing/2014/main" id="{0B17E905-6FBC-47CE-9908-FB7CACD8C266}"/>
              </a:ext>
            </a:extLst>
          </p:cNvPr>
          <p:cNvSpPr>
            <a:spLocks xmlns:a="http://schemas.openxmlformats.org/drawingml/2006/main"/>
          </p:cNvSpPr>
          <p:nvPr/>
        </p:nvSpPr>
        <p:spPr>
          <a:xfrm xmlns:a="http://schemas.openxmlformats.org/drawingml/2006/main">
            <a:off x="288000" y="864000"/>
            <a:ext cx="2520000" cy="648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8255">
            <a:solidFill>
              <a:srgbClr val="1F2A30"/>
            </a:solidFill>
          </a:ln>
        </p:spPr>
      </p:sp>
      <p:sp>
        <p:nvSpPr>
          <p:cNvPr id="11" name="processing">
            <a:extLst xmlns:a="http://schemas.openxmlformats.org/drawingml/2006/main">
              <a:ext uri="{FF2B5EF4-FFF2-40B4-BE49-F238E27FC236}">
                <a16:creationId xmlns:a16="http://schemas.microsoft.com/office/drawing/2014/main" id="{BA7655C9-8356-40AC-8150-CDDF0A5FAB0D}"/>
              </a:ext>
            </a:extLst>
          </p:cNvPr>
          <p:cNvSpPr>
            <a:spLocks xmlns:a="http://schemas.openxmlformats.org/drawingml/2006/main"/>
          </p:cNvSpPr>
          <p:nvPr/>
        </p:nvSpPr>
        <p:spPr>
          <a:xfrm xmlns:a="http://schemas.openxmlformats.org/drawingml/2006/main">
            <a:off x="3528000" y="864000"/>
            <a:ext cx="2520000" cy="648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8255">
            <a:solidFill>
              <a:srgbClr val="1F2A30"/>
            </a:solidFill>
          </a:ln>
        </p:spPr>
      </p:sp>
      <p:sp>
        <p:nvSpPr>
          <p:cNvPr id="12" name="selling-price">
            <a:extLst xmlns:a="http://schemas.openxmlformats.org/drawingml/2006/main">
              <a:ext uri="{FF2B5EF4-FFF2-40B4-BE49-F238E27FC236}">
                <a16:creationId xmlns:a16="http://schemas.microsoft.com/office/drawing/2014/main" id="{F7E7A580-F54A-40AE-A72A-04025721D5E6}"/>
              </a:ext>
            </a:extLst>
          </p:cNvPr>
          <p:cNvSpPr>
            <a:spLocks xmlns:a="http://schemas.openxmlformats.org/drawingml/2006/main"/>
          </p:cNvSpPr>
          <p:nvPr/>
        </p:nvSpPr>
        <p:spPr>
          <a:xfrm xmlns:a="http://schemas.openxmlformats.org/drawingml/2006/main">
            <a:off x="1728000" y="1908000"/>
            <a:ext cx="3600000" cy="720000"/>
          </a:xfrm>
          <a:prstGeom xmlns:a="http://schemas.openxmlformats.org/drawingml/2006/main" prst="roundRect">
            <a:avLst>
              <a:gd name="adj" fmla="val 4000"/>
            </a:avLst>
          </a:prstGeom>
          <a:solidFill xmlns:a="http://schemas.openxmlformats.org/drawingml/2006/main">
            <a:srgbClr val="EAF1F2"/>
          </a:solidFill>
          <a:ln xmlns:a="http://schemas.openxmlformats.org/drawingml/2006/main" w="10160">
            <a:solidFill>
              <a:srgbClr val="1B6F78"/>
            </a:solidFill>
          </a:ln>
        </p:spPr>
      </p:sp>
      <p:sp>
        <p:nvSpPr>
          <p:cNvPr id="13" name="materials-label">
            <a:extLst xmlns:a="http://schemas.openxmlformats.org/drawingml/2006/main">
              <a:ext uri="{FF2B5EF4-FFF2-40B4-BE49-F238E27FC236}">
                <a16:creationId xmlns:a16="http://schemas.microsoft.com/office/drawing/2014/main" id="{6A5398F5-B7A9-43C9-A80E-C0537223D538}"/>
              </a:ext>
            </a:extLst>
          </p:cNvPr>
          <p:cNvSpPr>
            <a:spLocks xmlns:a="http://schemas.openxmlformats.org/drawingml/2006/main"/>
          </p:cNvSpPr>
          <p:nvPr/>
        </p:nvSpPr>
        <p:spPr>
          <a:xfrm xmlns:a="http://schemas.openxmlformats.org/drawingml/2006/main">
            <a:off x="360000" y="918000"/>
            <a:ext cx="237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1F2A30"/>
                </a:solidFill>
                <a:latin typeface="Arial"/>
                <a:ea typeface="Arial"/>
                <a:cs typeface="Arial"/>
              </a:defRPr>
            </a:pPr>
            <a:r>
              <a:rPr sz="900" b="1">
                <a:solidFill>
                  <a:srgbClr val="1F2A30"/>
                </a:solidFill>
                <a:latin typeface="Arial"/>
                <a:ea typeface="Arial"/>
                <a:cs typeface="Arial"/>
              </a:rPr>
              <a:t>Materials</a:t>
            </a:r>
          </a:p>
        </p:txBody>
      </p:sp>
      <p:sp>
        <p:nvSpPr>
          <p:cNvPr id="14" name="processing-label">
            <a:extLst xmlns:a="http://schemas.openxmlformats.org/drawingml/2006/main">
              <a:ext uri="{FF2B5EF4-FFF2-40B4-BE49-F238E27FC236}">
                <a16:creationId xmlns:a16="http://schemas.microsoft.com/office/drawing/2014/main" id="{62493F12-2794-4000-A570-3B1DA98A8862}"/>
              </a:ext>
            </a:extLst>
          </p:cNvPr>
          <p:cNvSpPr>
            <a:spLocks xmlns:a="http://schemas.openxmlformats.org/drawingml/2006/main"/>
          </p:cNvSpPr>
          <p:nvPr/>
        </p:nvSpPr>
        <p:spPr>
          <a:xfrm xmlns:a="http://schemas.openxmlformats.org/drawingml/2006/main">
            <a:off x="3600000" y="918000"/>
            <a:ext cx="237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1F2A30"/>
                </a:solidFill>
                <a:latin typeface="Arial"/>
                <a:ea typeface="Arial"/>
                <a:cs typeface="Arial"/>
              </a:defRPr>
            </a:pPr>
            <a:r>
              <a:rPr sz="900" b="1">
                <a:solidFill>
                  <a:srgbClr val="1F2A30"/>
                </a:solidFill>
                <a:latin typeface="Arial"/>
                <a:ea typeface="Arial"/>
                <a:cs typeface="Arial"/>
              </a:rPr>
              <a:t>Processing (Step Method)</a:t>
            </a:r>
          </a:p>
        </p:txBody>
      </p:sp>
      <p:sp>
        <p:nvSpPr>
          <p:cNvPr id="15" name="price-label">
            <a:extLst xmlns:a="http://schemas.openxmlformats.org/drawingml/2006/main">
              <a:ext uri="{FF2B5EF4-FFF2-40B4-BE49-F238E27FC236}">
                <a16:creationId xmlns:a16="http://schemas.microsoft.com/office/drawing/2014/main" id="{5934041B-F514-4ACD-8D5D-F326F6E76E7C}"/>
              </a:ext>
            </a:extLst>
          </p:cNvPr>
          <p:cNvSpPr>
            <a:spLocks xmlns:a="http://schemas.openxmlformats.org/drawingml/2006/main"/>
          </p:cNvSpPr>
          <p:nvPr/>
        </p:nvSpPr>
        <p:spPr>
          <a:xfrm xmlns:a="http://schemas.openxmlformats.org/drawingml/2006/main">
            <a:off x="1800000" y="1944000"/>
            <a:ext cx="345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Arial"/>
                <a:ea typeface="Arial"/>
                <a:cs typeface="Arial"/>
              </a:defRPr>
            </a:pPr>
            <a:r>
              <a:rPr sz="950" b="1">
                <a:solidFill>
                  <a:srgbClr val="1F2A30"/>
                </a:solidFill>
                <a:latin typeface="Arial"/>
                <a:ea typeface="Arial"/>
                <a:cs typeface="Arial"/>
              </a:rPr>
              <a:t>Selling price</a:t>
            </a:r>
          </a:p>
        </p:txBody>
      </p:sp>
      <p:sp>
        <p:nvSpPr>
          <p:cNvPr id="16" name="eq-materials">
            <a:extLst xmlns:a="http://schemas.openxmlformats.org/drawingml/2006/main">
              <a:ext uri="{FF2B5EF4-FFF2-40B4-BE49-F238E27FC236}">
                <a16:creationId xmlns:a16="http://schemas.microsoft.com/office/drawing/2014/main" id="{709D334B-28F6-42D6-B14A-C4D015B61BFE}"/>
              </a:ext>
            </a:extLst>
          </p:cNvPr>
          <p:cNvSpPr>
            <a:spLocks xmlns:a="http://schemas.openxmlformats.org/drawingml/2006/main"/>
          </p:cNvSpPr>
          <p:nvPr/>
        </p:nvSpPr>
        <p:spPr>
          <a:xfrm xmlns:a="http://schemas.openxmlformats.org/drawingml/2006/main">
            <a:off x="432000" y="1152000"/>
            <a:ext cx="223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F2A30"/>
                </a:solidFill>
                <a:latin typeface="Arial"/>
                <a:ea typeface="Arial"/>
                <a:cs typeface="Arial"/>
              </a:defRPr>
            </a:pPr>
            <a:r>
              <a:rPr sz="1200" b="0" i="1">
                <a:solidFill>
                  <a:srgbClr val="1F2A30"/>
                </a:solidFill>
                <a:latin typeface="Arial"/>
                <a:ea typeface="Arial"/>
                <a:cs typeface="Arial"/>
              </a:rPr>
              <a:t>C</a:t>
            </a:r>
            <a:r>
              <a:rPr sz="1200" b="0" i="0" baseline="-25000">
                <a:solidFill>
                  <a:srgbClr val="1F2A30"/>
                </a:solidFill>
                <a:latin typeface="Arial"/>
                <a:ea typeface="Arial"/>
                <a:cs typeface="Arial"/>
              </a:rPr>
              <a:t>m</a:t>
            </a:r>
            <a:r>
              <a:rPr sz="1200" b="0" i="0">
                <a:solidFill>
                  <a:srgbClr val="1F2A30"/>
                </a:solidFill>
                <a:latin typeface="Arial"/>
                <a:ea typeface="Arial"/>
                <a:cs typeface="Arial"/>
              </a:rPr>
              <a:t> = Σ</a:t>
            </a:r>
            <a:r>
              <a:rPr sz="1200" b="0" i="0" baseline="-25000">
                <a:solidFill>
                  <a:srgbClr val="1F2A30"/>
                </a:solidFill>
                <a:latin typeface="Arial"/>
                <a:ea typeface="Arial"/>
                <a:cs typeface="Arial"/>
              </a:rPr>
              <a:t>i</a:t>
            </a:r>
            <a:r>
              <a:rPr sz="1200" b="0" i="1">
                <a:solidFill>
                  <a:srgbClr val="1F2A30"/>
                </a:solidFill>
                <a:latin typeface="Arial"/>
                <a:ea typeface="Arial"/>
                <a:cs typeface="Arial"/>
              </a:rPr>
              <a:t> w</a:t>
            </a:r>
            <a:r>
              <a:rPr sz="1200" b="0" i="0" baseline="-25000">
                <a:solidFill>
                  <a:srgbClr val="1F2A30"/>
                </a:solidFill>
                <a:latin typeface="Arial"/>
                <a:ea typeface="Arial"/>
                <a:cs typeface="Arial"/>
              </a:rPr>
              <a:t>i</a:t>
            </a:r>
            <a:r>
              <a:rPr sz="1200" b="0" i="1">
                <a:solidFill>
                  <a:srgbClr val="1F2A30"/>
                </a:solidFill>
                <a:latin typeface="Arial"/>
                <a:ea typeface="Arial"/>
                <a:cs typeface="Arial"/>
              </a:rPr>
              <a:t> c</a:t>
            </a:r>
            <a:r>
              <a:rPr sz="1200" b="0" i="0" baseline="-25000">
                <a:solidFill>
                  <a:srgbClr val="1F2A30"/>
                </a:solidFill>
                <a:latin typeface="Arial"/>
                <a:ea typeface="Arial"/>
                <a:cs typeface="Arial"/>
              </a:rPr>
              <a:t>i</a:t>
            </a:r>
          </a:p>
        </p:txBody>
      </p:sp>
      <p:sp>
        <p:nvSpPr>
          <p:cNvPr id="17" name="eq-processing-prefix">
            <a:extLst xmlns:a="http://schemas.openxmlformats.org/drawingml/2006/main">
              <a:ext uri="{FF2B5EF4-FFF2-40B4-BE49-F238E27FC236}">
                <a16:creationId xmlns:a16="http://schemas.microsoft.com/office/drawing/2014/main" id="{BAEDBE7E-DEE6-4180-B5F8-A69DE79CF3D7}"/>
              </a:ext>
            </a:extLst>
          </p:cNvPr>
          <p:cNvSpPr>
            <a:spLocks xmlns:a="http://schemas.openxmlformats.org/drawingml/2006/main"/>
          </p:cNvSpPr>
          <p:nvPr/>
        </p:nvSpPr>
        <p:spPr>
          <a:xfrm xmlns:a="http://schemas.openxmlformats.org/drawingml/2006/main">
            <a:off x="3996000" y="1159200"/>
            <a:ext cx="61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F2A30"/>
                </a:solidFill>
                <a:latin typeface="Arial"/>
                <a:ea typeface="Arial"/>
                <a:cs typeface="Arial"/>
              </a:defRPr>
            </a:pPr>
            <a:r>
              <a:rPr sz="1200" b="0" i="1">
                <a:solidFill>
                  <a:srgbClr val="1F2A30"/>
                </a:solidFill>
                <a:latin typeface="Arial"/>
                <a:ea typeface="Arial"/>
                <a:cs typeface="Arial"/>
              </a:rPr>
              <a:t>C</a:t>
            </a:r>
            <a:r>
              <a:rPr sz="1200" b="0" i="0" baseline="-25000">
                <a:solidFill>
                  <a:srgbClr val="1F2A30"/>
                </a:solidFill>
                <a:latin typeface="Arial"/>
                <a:ea typeface="Arial"/>
                <a:cs typeface="Arial"/>
              </a:rPr>
              <a:t>p</a:t>
            </a:r>
            <a:r>
              <a:rPr sz="1200" b="0" i="0">
                <a:solidFill>
                  <a:srgbClr val="1F2A30"/>
                </a:solidFill>
                <a:latin typeface="Arial"/>
                <a:ea typeface="Arial"/>
                <a:cs typeface="Arial"/>
              </a:rPr>
              <a:t> =</a:t>
            </a:r>
          </a:p>
        </p:txBody>
      </p:sp>
      <p:sp>
        <p:nvSpPr>
          <p:cNvPr id="18" name="eq-processing-numerator">
            <a:extLst xmlns:a="http://schemas.openxmlformats.org/drawingml/2006/main">
              <a:ext uri="{FF2B5EF4-FFF2-40B4-BE49-F238E27FC236}">
                <a16:creationId xmlns:a16="http://schemas.microsoft.com/office/drawing/2014/main" id="{2B1F217B-B8FF-4566-9339-0702BF8A5D5A}"/>
              </a:ext>
            </a:extLst>
          </p:cNvPr>
          <p:cNvSpPr>
            <a:spLocks xmlns:a="http://schemas.openxmlformats.org/drawingml/2006/main"/>
          </p:cNvSpPr>
          <p:nvPr/>
        </p:nvSpPr>
        <p:spPr>
          <a:xfrm xmlns:a="http://schemas.openxmlformats.org/drawingml/2006/main">
            <a:off x="4608000" y="1108800"/>
            <a:ext cx="972000" cy="16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50" b="0">
                <a:solidFill>
                  <a:srgbClr val="1F2A30"/>
                </a:solidFill>
                <a:latin typeface="Arial"/>
                <a:ea typeface="Arial"/>
                <a:cs typeface="Arial"/>
              </a:defRPr>
            </a:pPr>
            <a:r>
              <a:rPr sz="1150" b="0" i="0">
                <a:solidFill>
                  <a:srgbClr val="1F2A30"/>
                </a:solidFill>
                <a:latin typeface="Arial"/>
                <a:ea typeface="Arial"/>
                <a:cs typeface="Arial"/>
              </a:rPr>
              <a:t>24 </a:t>
            </a:r>
            <a:r>
              <a:rPr sz="1150" b="0" i="1">
                <a:solidFill>
                  <a:srgbClr val="1F2A30"/>
                </a:solidFill>
                <a:latin typeface="Arial"/>
                <a:ea typeface="Arial"/>
                <a:cs typeface="Arial"/>
              </a:rPr>
              <a:t>T I H</a:t>
            </a:r>
          </a:p>
        </p:txBody>
      </p:sp>
      <p:sp>
        <p:nvSpPr>
          <p:cNvPr id="19" name="line-18">
            <a:extLst xmlns:a="http://schemas.openxmlformats.org/drawingml/2006/main">
              <a:ext uri="{FF2B5EF4-FFF2-40B4-BE49-F238E27FC236}">
                <a16:creationId xmlns:a16="http://schemas.microsoft.com/office/drawing/2014/main" id="{626F976D-FBA1-4144-BA87-24B8B0491F3B}"/>
              </a:ext>
            </a:extLst>
          </p:cNvPr>
          <p:cNvSpPr>
            <a:spLocks xmlns:a="http://schemas.openxmlformats.org/drawingml/2006/main"/>
          </p:cNvSpPr>
          <p:nvPr/>
        </p:nvSpPr>
        <p:spPr>
          <a:xfrm xmlns:a="http://schemas.openxmlformats.org/drawingml/2006/main" flipH="0" flipV="0">
            <a:off x="4608000" y="1296000"/>
            <a:ext cx="972000" cy="0"/>
          </a:xfrm>
          <a:prstGeom xmlns:a="http://schemas.openxmlformats.org/drawingml/2006/main" prst="line">
            <a:avLst/>
          </a:prstGeom>
          <a:noFill xmlns:a="http://schemas.openxmlformats.org/drawingml/2006/main"/>
          <a:ln xmlns:a="http://schemas.openxmlformats.org/drawingml/2006/main" w="6985">
            <a:solidFill>
              <a:srgbClr val="1F2A30"/>
            </a:solidFill>
            <a:prstDash val="solid"/>
          </a:ln>
        </p:spPr>
      </p:sp>
      <p:sp>
        <p:nvSpPr>
          <p:cNvPr id="20" name="eq-processing-denominator">
            <a:extLst xmlns:a="http://schemas.openxmlformats.org/drawingml/2006/main">
              <a:ext uri="{FF2B5EF4-FFF2-40B4-BE49-F238E27FC236}">
                <a16:creationId xmlns:a16="http://schemas.microsoft.com/office/drawing/2014/main" id="{4635D2D5-F3EC-46FB-B754-D1693C948E41}"/>
              </a:ext>
            </a:extLst>
          </p:cNvPr>
          <p:cNvSpPr>
            <a:spLocks xmlns:a="http://schemas.openxmlformats.org/drawingml/2006/main"/>
          </p:cNvSpPr>
          <p:nvPr/>
        </p:nvSpPr>
        <p:spPr>
          <a:xfrm xmlns:a="http://schemas.openxmlformats.org/drawingml/2006/main">
            <a:off x="4608000" y="1306800"/>
            <a:ext cx="972000" cy="16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50" b="0">
                <a:solidFill>
                  <a:srgbClr val="1F2A30"/>
                </a:solidFill>
                <a:latin typeface="Arial"/>
                <a:ea typeface="Arial"/>
                <a:cs typeface="Arial"/>
              </a:defRPr>
            </a:pPr>
            <a:r>
              <a:rPr sz="1150" b="0" i="1">
                <a:solidFill>
                  <a:srgbClr val="1F2A30"/>
                </a:solidFill>
                <a:latin typeface="Arial"/>
                <a:ea typeface="Arial"/>
                <a:cs typeface="Arial"/>
              </a:rPr>
              <a:t>M</a:t>
            </a:r>
          </a:p>
        </p:txBody>
      </p:sp>
      <p:sp>
        <p:nvSpPr>
          <p:cNvPr id="21" name="eq-price-prefix">
            <a:extLst xmlns:a="http://schemas.openxmlformats.org/drawingml/2006/main">
              <a:ext uri="{FF2B5EF4-FFF2-40B4-BE49-F238E27FC236}">
                <a16:creationId xmlns:a16="http://schemas.microsoft.com/office/drawing/2014/main" id="{4122A628-2FC2-4D2D-B22D-C626BC00CDA5}"/>
              </a:ext>
            </a:extLst>
          </p:cNvPr>
          <p:cNvSpPr>
            <a:spLocks xmlns:a="http://schemas.openxmlformats.org/drawingml/2006/main"/>
          </p:cNvSpPr>
          <p:nvPr/>
        </p:nvSpPr>
        <p:spPr>
          <a:xfrm xmlns:a="http://schemas.openxmlformats.org/drawingml/2006/main">
            <a:off x="2124000" y="2178000"/>
            <a:ext cx="43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F2A30"/>
                </a:solidFill>
                <a:latin typeface="Arial"/>
                <a:ea typeface="Arial"/>
                <a:cs typeface="Arial"/>
              </a:defRPr>
            </a:pPr>
            <a:r>
              <a:rPr sz="1200" b="0" i="1">
                <a:solidFill>
                  <a:srgbClr val="1F2A30"/>
                </a:solidFill>
                <a:latin typeface="Arial"/>
                <a:ea typeface="Arial"/>
                <a:cs typeface="Arial"/>
              </a:rPr>
              <a:t>P</a:t>
            </a:r>
            <a:r>
              <a:rPr sz="1200" b="0" i="0">
                <a:solidFill>
                  <a:srgbClr val="1F2A30"/>
                </a:solidFill>
                <a:latin typeface="Arial"/>
                <a:ea typeface="Arial"/>
                <a:cs typeface="Arial"/>
              </a:rPr>
              <a:t> =</a:t>
            </a:r>
          </a:p>
        </p:txBody>
      </p:sp>
      <p:sp>
        <p:nvSpPr>
          <p:cNvPr id="22" name="eq-price-numerator">
            <a:extLst xmlns:a="http://schemas.openxmlformats.org/drawingml/2006/main">
              <a:ext uri="{FF2B5EF4-FFF2-40B4-BE49-F238E27FC236}">
                <a16:creationId xmlns:a16="http://schemas.microsoft.com/office/drawing/2014/main" id="{284CA284-0958-4300-BE2A-31D51AC6529A}"/>
              </a:ext>
            </a:extLst>
          </p:cNvPr>
          <p:cNvSpPr>
            <a:spLocks xmlns:a="http://schemas.openxmlformats.org/drawingml/2006/main"/>
          </p:cNvSpPr>
          <p:nvPr/>
        </p:nvSpPr>
        <p:spPr>
          <a:xfrm xmlns:a="http://schemas.openxmlformats.org/drawingml/2006/main">
            <a:off x="2628000" y="2149200"/>
            <a:ext cx="219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50" b="0">
                <a:solidFill>
                  <a:srgbClr val="1F2A30"/>
                </a:solidFill>
                <a:latin typeface="Arial"/>
                <a:ea typeface="Arial"/>
                <a:cs typeface="Arial"/>
              </a:defRPr>
            </a:pPr>
            <a:r>
              <a:rPr sz="1150" b="0" i="0">
                <a:solidFill>
                  <a:srgbClr val="1F2A30"/>
                </a:solidFill>
                <a:latin typeface="Arial"/>
                <a:ea typeface="Arial"/>
                <a:cs typeface="Arial"/>
              </a:rPr>
              <a:t>(</a:t>
            </a:r>
            <a:r>
              <a:rPr sz="1150" b="0" i="1">
                <a:solidFill>
                  <a:srgbClr val="1F2A30"/>
                </a:solidFill>
                <a:latin typeface="Arial"/>
                <a:ea typeface="Arial"/>
                <a:cs typeface="Arial"/>
              </a:rPr>
              <a:t>C</a:t>
            </a:r>
            <a:r>
              <a:rPr sz="1150" b="0" i="0" baseline="-25000">
                <a:solidFill>
                  <a:srgbClr val="1F2A30"/>
                </a:solidFill>
                <a:latin typeface="Arial"/>
                <a:ea typeface="Arial"/>
                <a:cs typeface="Arial"/>
              </a:rPr>
              <a:t>m</a:t>
            </a:r>
            <a:r>
              <a:rPr sz="1150" b="0" i="0">
                <a:solidFill>
                  <a:srgbClr val="1F2A30"/>
                </a:solidFill>
                <a:latin typeface="Arial"/>
                <a:ea typeface="Arial"/>
                <a:cs typeface="Arial"/>
              </a:rPr>
              <a:t> + </a:t>
            </a:r>
            <a:r>
              <a:rPr sz="1150" b="0" i="1">
                <a:solidFill>
                  <a:srgbClr val="1F2A30"/>
                </a:solidFill>
                <a:latin typeface="Arial"/>
                <a:ea typeface="Arial"/>
                <a:cs typeface="Arial"/>
              </a:rPr>
              <a:t>C</a:t>
            </a:r>
            <a:r>
              <a:rPr sz="1150" b="0" i="0" baseline="-25000">
                <a:solidFill>
                  <a:srgbClr val="1F2A30"/>
                </a:solidFill>
                <a:latin typeface="Arial"/>
                <a:ea typeface="Arial"/>
                <a:cs typeface="Arial"/>
              </a:rPr>
              <a:t>p</a:t>
            </a:r>
            <a:r>
              <a:rPr sz="1150" b="0" i="0">
                <a:solidFill>
                  <a:srgbClr val="1F2A30"/>
                </a:solidFill>
                <a:latin typeface="Arial"/>
                <a:ea typeface="Arial"/>
                <a:cs typeface="Arial"/>
              </a:rPr>
              <a:t>)(1 + </a:t>
            </a:r>
            <a:r>
              <a:rPr sz="1150" b="0" i="1">
                <a:solidFill>
                  <a:srgbClr val="1F2A30"/>
                </a:solidFill>
                <a:latin typeface="Arial"/>
                <a:ea typeface="Arial"/>
                <a:cs typeface="Arial"/>
              </a:rPr>
              <a:t>g</a:t>
            </a:r>
            <a:r>
              <a:rPr sz="1150" b="0" i="0">
                <a:solidFill>
                  <a:srgbClr val="1F2A30"/>
                </a:solidFill>
                <a:latin typeface="Arial"/>
                <a:ea typeface="Arial"/>
                <a:cs typeface="Arial"/>
              </a:rPr>
              <a:t>)(1 + </a:t>
            </a:r>
            <a:r>
              <a:rPr sz="1150" b="0" i="1">
                <a:solidFill>
                  <a:srgbClr val="1F2A30"/>
                </a:solidFill>
                <a:latin typeface="Arial"/>
                <a:ea typeface="Arial"/>
                <a:cs typeface="Arial"/>
              </a:rPr>
              <a:t>s</a:t>
            </a:r>
            <a:r>
              <a:rPr sz="1150" b="0" i="0">
                <a:solidFill>
                  <a:srgbClr val="1F2A30"/>
                </a:solidFill>
                <a:latin typeface="Arial"/>
                <a:ea typeface="Arial"/>
                <a:cs typeface="Arial"/>
              </a:rPr>
              <a:t>)</a:t>
            </a:r>
          </a:p>
        </p:txBody>
      </p:sp>
      <p:sp>
        <p:nvSpPr>
          <p:cNvPr id="23" name="line-19">
            <a:extLst xmlns:a="http://schemas.openxmlformats.org/drawingml/2006/main">
              <a:ext uri="{FF2B5EF4-FFF2-40B4-BE49-F238E27FC236}">
                <a16:creationId xmlns:a16="http://schemas.microsoft.com/office/drawing/2014/main" id="{1E1179D4-7C90-40D2-A4BA-7D0E51472D57}"/>
              </a:ext>
            </a:extLst>
          </p:cNvPr>
          <p:cNvSpPr>
            <a:spLocks xmlns:a="http://schemas.openxmlformats.org/drawingml/2006/main"/>
          </p:cNvSpPr>
          <p:nvPr/>
        </p:nvSpPr>
        <p:spPr>
          <a:xfrm xmlns:a="http://schemas.openxmlformats.org/drawingml/2006/main" flipH="0" flipV="0">
            <a:off x="2664000" y="2347200"/>
            <a:ext cx="2124000" cy="0"/>
          </a:xfrm>
          <a:prstGeom xmlns:a="http://schemas.openxmlformats.org/drawingml/2006/main" prst="line">
            <a:avLst/>
          </a:prstGeom>
          <a:noFill xmlns:a="http://schemas.openxmlformats.org/drawingml/2006/main"/>
          <a:ln xmlns:a="http://schemas.openxmlformats.org/drawingml/2006/main" w="6985">
            <a:solidFill>
              <a:srgbClr val="1F2A30"/>
            </a:solidFill>
            <a:prstDash val="solid"/>
          </a:ln>
        </p:spPr>
      </p:sp>
      <p:sp>
        <p:nvSpPr>
          <p:cNvPr id="24" name="eq-price-denominator">
            <a:extLst xmlns:a="http://schemas.openxmlformats.org/drawingml/2006/main">
              <a:ext uri="{FF2B5EF4-FFF2-40B4-BE49-F238E27FC236}">
                <a16:creationId xmlns:a16="http://schemas.microsoft.com/office/drawing/2014/main" id="{3FED6BDE-A3A0-4949-A664-9481E78B299C}"/>
              </a:ext>
            </a:extLst>
          </p:cNvPr>
          <p:cNvSpPr>
            <a:spLocks xmlns:a="http://schemas.openxmlformats.org/drawingml/2006/main"/>
          </p:cNvSpPr>
          <p:nvPr/>
        </p:nvSpPr>
        <p:spPr>
          <a:xfrm xmlns:a="http://schemas.openxmlformats.org/drawingml/2006/main">
            <a:off x="2628000" y="2365200"/>
            <a:ext cx="219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50" b="0">
                <a:solidFill>
                  <a:srgbClr val="1F2A30"/>
                </a:solidFill>
                <a:latin typeface="Arial"/>
                <a:ea typeface="Arial"/>
                <a:cs typeface="Arial"/>
              </a:defRPr>
            </a:pPr>
            <a:r>
              <a:rPr sz="1150" b="0" i="0">
                <a:solidFill>
                  <a:srgbClr val="1F2A30"/>
                </a:solidFill>
                <a:latin typeface="Arial"/>
                <a:ea typeface="Arial"/>
                <a:cs typeface="Arial"/>
              </a:rPr>
              <a:t>1 − </a:t>
            </a:r>
            <a:r>
              <a:rPr sz="1150" b="0" i="1">
                <a:solidFill>
                  <a:srgbClr val="1F2A30"/>
                </a:solidFill>
                <a:latin typeface="Arial"/>
                <a:ea typeface="Arial"/>
                <a:cs typeface="Arial"/>
              </a:rPr>
              <a:t>m</a:t>
            </a:r>
          </a:p>
        </p:txBody>
      </p:sp>
      <p:sp>
        <p:nvSpPr>
          <p:cNvPr id="25" name="line-20">
            <a:extLst xmlns:a="http://schemas.openxmlformats.org/drawingml/2006/main">
              <a:ext uri="{FF2B5EF4-FFF2-40B4-BE49-F238E27FC236}">
                <a16:creationId xmlns:a16="http://schemas.microsoft.com/office/drawing/2014/main" id="{9A7E01AE-49BC-4FBF-9DDD-83209E065490}"/>
              </a:ext>
            </a:extLst>
          </p:cNvPr>
          <p:cNvSpPr>
            <a:spLocks xmlns:a="http://schemas.openxmlformats.org/drawingml/2006/main"/>
          </p:cNvSpPr>
          <p:nvPr/>
        </p:nvSpPr>
        <p:spPr>
          <a:xfrm xmlns:a="http://schemas.openxmlformats.org/drawingml/2006/main" flipH="0" flipV="0">
            <a:off x="756000" y="468000"/>
            <a:ext cx="0" cy="180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26" name="line-21">
            <a:extLst xmlns:a="http://schemas.openxmlformats.org/drawingml/2006/main">
              <a:ext uri="{FF2B5EF4-FFF2-40B4-BE49-F238E27FC236}">
                <a16:creationId xmlns:a16="http://schemas.microsoft.com/office/drawing/2014/main" id="{C70B09E9-9AF4-496B-927B-D4915BBEF4B2}"/>
              </a:ext>
            </a:extLst>
          </p:cNvPr>
          <p:cNvSpPr>
            <a:spLocks xmlns:a="http://schemas.openxmlformats.org/drawingml/2006/main"/>
          </p:cNvSpPr>
          <p:nvPr/>
        </p:nvSpPr>
        <p:spPr>
          <a:xfrm xmlns:a="http://schemas.openxmlformats.org/drawingml/2006/main" flipH="0" flipV="0">
            <a:off x="2232000" y="468000"/>
            <a:ext cx="0" cy="180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27" name="line-22">
            <a:extLst xmlns:a="http://schemas.openxmlformats.org/drawingml/2006/main">
              <a:ext uri="{FF2B5EF4-FFF2-40B4-BE49-F238E27FC236}">
                <a16:creationId xmlns:a16="http://schemas.microsoft.com/office/drawing/2014/main" id="{6B06DEEE-0464-4068-B85B-A922BD06220B}"/>
              </a:ext>
            </a:extLst>
          </p:cNvPr>
          <p:cNvSpPr>
            <a:spLocks xmlns:a="http://schemas.openxmlformats.org/drawingml/2006/main"/>
          </p:cNvSpPr>
          <p:nvPr/>
        </p:nvSpPr>
        <p:spPr>
          <a:xfrm xmlns:a="http://schemas.openxmlformats.org/drawingml/2006/main" flipH="0" flipV="0">
            <a:off x="756000" y="648000"/>
            <a:ext cx="1476000" cy="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28" name="line-23">
            <a:extLst xmlns:a="http://schemas.openxmlformats.org/drawingml/2006/main">
              <a:ext uri="{FF2B5EF4-FFF2-40B4-BE49-F238E27FC236}">
                <a16:creationId xmlns:a16="http://schemas.microsoft.com/office/drawing/2014/main" id="{05F3746E-8233-4A6A-9516-6BFB349AC351}"/>
              </a:ext>
            </a:extLst>
          </p:cNvPr>
          <p:cNvSpPr>
            <a:spLocks xmlns:a="http://schemas.openxmlformats.org/drawingml/2006/main"/>
          </p:cNvSpPr>
          <p:nvPr/>
        </p:nvSpPr>
        <p:spPr>
          <a:xfrm xmlns:a="http://schemas.openxmlformats.org/drawingml/2006/main" flipH="0" flipV="0">
            <a:off x="1548000" y="648000"/>
            <a:ext cx="0" cy="216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tailEnd type="triangle" w="sm" len="sm"/>
          </a:ln>
        </p:spPr>
      </p:sp>
      <p:sp>
        <p:nvSpPr>
          <p:cNvPr id="29" name="line-24">
            <a:extLst xmlns:a="http://schemas.openxmlformats.org/drawingml/2006/main">
              <a:ext uri="{FF2B5EF4-FFF2-40B4-BE49-F238E27FC236}">
                <a16:creationId xmlns:a16="http://schemas.microsoft.com/office/drawing/2014/main" id="{12D3C47C-E3D7-42A4-9B01-92A8E84D5C44}"/>
              </a:ext>
            </a:extLst>
          </p:cNvPr>
          <p:cNvSpPr>
            <a:spLocks xmlns:a="http://schemas.openxmlformats.org/drawingml/2006/main"/>
          </p:cNvSpPr>
          <p:nvPr/>
        </p:nvSpPr>
        <p:spPr>
          <a:xfrm xmlns:a="http://schemas.openxmlformats.org/drawingml/2006/main" flipH="0" flipV="0">
            <a:off x="3996000" y="468000"/>
            <a:ext cx="0" cy="180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30" name="line-25">
            <a:extLst xmlns:a="http://schemas.openxmlformats.org/drawingml/2006/main">
              <a:ext uri="{FF2B5EF4-FFF2-40B4-BE49-F238E27FC236}">
                <a16:creationId xmlns:a16="http://schemas.microsoft.com/office/drawing/2014/main" id="{A442FCD9-C15D-476C-BC57-45AF3935E714}"/>
              </a:ext>
            </a:extLst>
          </p:cNvPr>
          <p:cNvSpPr>
            <a:spLocks xmlns:a="http://schemas.openxmlformats.org/drawingml/2006/main"/>
          </p:cNvSpPr>
          <p:nvPr/>
        </p:nvSpPr>
        <p:spPr>
          <a:xfrm xmlns:a="http://schemas.openxmlformats.org/drawingml/2006/main" flipH="0" flipV="0">
            <a:off x="5472000" y="468000"/>
            <a:ext cx="0" cy="180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31" name="line-26">
            <a:extLst xmlns:a="http://schemas.openxmlformats.org/drawingml/2006/main">
              <a:ext uri="{FF2B5EF4-FFF2-40B4-BE49-F238E27FC236}">
                <a16:creationId xmlns:a16="http://schemas.microsoft.com/office/drawing/2014/main" id="{2060FA81-79AB-441B-A14D-D10E5E42E59D}"/>
              </a:ext>
            </a:extLst>
          </p:cNvPr>
          <p:cNvSpPr>
            <a:spLocks xmlns:a="http://schemas.openxmlformats.org/drawingml/2006/main"/>
          </p:cNvSpPr>
          <p:nvPr/>
        </p:nvSpPr>
        <p:spPr>
          <a:xfrm xmlns:a="http://schemas.openxmlformats.org/drawingml/2006/main" flipH="0" flipV="0">
            <a:off x="3996000" y="648000"/>
            <a:ext cx="1476000" cy="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32" name="line-27">
            <a:extLst xmlns:a="http://schemas.openxmlformats.org/drawingml/2006/main">
              <a:ext uri="{FF2B5EF4-FFF2-40B4-BE49-F238E27FC236}">
                <a16:creationId xmlns:a16="http://schemas.microsoft.com/office/drawing/2014/main" id="{0B814ED8-06E2-4459-B6EB-B3195321191B}"/>
              </a:ext>
            </a:extLst>
          </p:cNvPr>
          <p:cNvSpPr>
            <a:spLocks xmlns:a="http://schemas.openxmlformats.org/drawingml/2006/main"/>
          </p:cNvSpPr>
          <p:nvPr/>
        </p:nvSpPr>
        <p:spPr>
          <a:xfrm xmlns:a="http://schemas.openxmlformats.org/drawingml/2006/main" flipH="0" flipV="0">
            <a:off x="4788000" y="648000"/>
            <a:ext cx="0" cy="216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tailEnd type="triangle" w="sm" len="sm"/>
          </a:ln>
        </p:spPr>
      </p:sp>
      <p:sp>
        <p:nvSpPr>
          <p:cNvPr id="33" name="line-28">
            <a:extLst xmlns:a="http://schemas.openxmlformats.org/drawingml/2006/main">
              <a:ext uri="{FF2B5EF4-FFF2-40B4-BE49-F238E27FC236}">
                <a16:creationId xmlns:a16="http://schemas.microsoft.com/office/drawing/2014/main" id="{8594467E-821A-45BA-AA67-0628481668BF}"/>
              </a:ext>
            </a:extLst>
          </p:cNvPr>
          <p:cNvSpPr>
            <a:spLocks xmlns:a="http://schemas.openxmlformats.org/drawingml/2006/main"/>
          </p:cNvSpPr>
          <p:nvPr/>
        </p:nvSpPr>
        <p:spPr>
          <a:xfrm xmlns:a="http://schemas.openxmlformats.org/drawingml/2006/main" flipH="0" flipV="0">
            <a:off x="1548000" y="1512000"/>
            <a:ext cx="0" cy="180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34" name="line-29">
            <a:extLst xmlns:a="http://schemas.openxmlformats.org/drawingml/2006/main">
              <a:ext uri="{FF2B5EF4-FFF2-40B4-BE49-F238E27FC236}">
                <a16:creationId xmlns:a16="http://schemas.microsoft.com/office/drawing/2014/main" id="{CA315EED-80E7-457A-A1D8-B915AE036958}"/>
              </a:ext>
            </a:extLst>
          </p:cNvPr>
          <p:cNvSpPr>
            <a:spLocks xmlns:a="http://schemas.openxmlformats.org/drawingml/2006/main"/>
          </p:cNvSpPr>
          <p:nvPr/>
        </p:nvSpPr>
        <p:spPr>
          <a:xfrm xmlns:a="http://schemas.openxmlformats.org/drawingml/2006/main" flipH="0" flipV="0">
            <a:off x="1548000" y="1692000"/>
            <a:ext cx="1044000" cy="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35" name="line-30">
            <a:extLst xmlns:a="http://schemas.openxmlformats.org/drawingml/2006/main">
              <a:ext uri="{FF2B5EF4-FFF2-40B4-BE49-F238E27FC236}">
                <a16:creationId xmlns:a16="http://schemas.microsoft.com/office/drawing/2014/main" id="{A7531915-6C2F-4354-8E3F-D9185405AD45}"/>
              </a:ext>
            </a:extLst>
          </p:cNvPr>
          <p:cNvSpPr>
            <a:spLocks xmlns:a="http://schemas.openxmlformats.org/drawingml/2006/main"/>
          </p:cNvSpPr>
          <p:nvPr/>
        </p:nvSpPr>
        <p:spPr>
          <a:xfrm xmlns:a="http://schemas.openxmlformats.org/drawingml/2006/main" flipH="0" flipV="0">
            <a:off x="2592000" y="1692000"/>
            <a:ext cx="0" cy="216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tailEnd type="triangle" w="sm" len="sm"/>
          </a:ln>
        </p:spPr>
      </p:sp>
      <p:sp>
        <p:nvSpPr>
          <p:cNvPr id="36" name="eq-link-m">
            <a:extLst xmlns:a="http://schemas.openxmlformats.org/drawingml/2006/main">
              <a:ext uri="{FF2B5EF4-FFF2-40B4-BE49-F238E27FC236}">
                <a16:creationId xmlns:a16="http://schemas.microsoft.com/office/drawing/2014/main" id="{FD2B9255-8DFD-4E01-AD0A-542C351DA216}"/>
              </a:ext>
            </a:extLst>
          </p:cNvPr>
          <p:cNvSpPr>
            <a:spLocks xmlns:a="http://schemas.openxmlformats.org/drawingml/2006/main"/>
          </p:cNvSpPr>
          <p:nvPr/>
        </p:nvSpPr>
        <p:spPr>
          <a:xfrm xmlns:a="http://schemas.openxmlformats.org/drawingml/2006/main">
            <a:off x="1872000" y="1530000"/>
            <a:ext cx="432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0">
                <a:solidFill>
                  <a:srgbClr val="1F2A30"/>
                </a:solidFill>
                <a:latin typeface="Arial"/>
                <a:ea typeface="Arial"/>
                <a:cs typeface="Arial"/>
              </a:defRPr>
            </a:pPr>
            <a:r>
              <a:rPr sz="900" b="0" i="1">
                <a:solidFill>
                  <a:srgbClr val="1F2A30"/>
                </a:solidFill>
                <a:latin typeface="Arial"/>
                <a:ea typeface="Arial"/>
                <a:cs typeface="Arial"/>
              </a:rPr>
              <a:t>C</a:t>
            </a:r>
            <a:r>
              <a:rPr sz="900" b="0" i="0" baseline="-25000">
                <a:solidFill>
                  <a:srgbClr val="1F2A30"/>
                </a:solidFill>
                <a:latin typeface="Arial"/>
                <a:ea typeface="Arial"/>
                <a:cs typeface="Arial"/>
              </a:rPr>
              <a:t>m</a:t>
            </a:r>
          </a:p>
        </p:txBody>
      </p:sp>
      <p:sp>
        <p:nvSpPr>
          <p:cNvPr id="37" name="line-31">
            <a:extLst xmlns:a="http://schemas.openxmlformats.org/drawingml/2006/main">
              <a:ext uri="{FF2B5EF4-FFF2-40B4-BE49-F238E27FC236}">
                <a16:creationId xmlns:a16="http://schemas.microsoft.com/office/drawing/2014/main" id="{F6022CC1-44A0-4126-8955-C44E725120C8}"/>
              </a:ext>
            </a:extLst>
          </p:cNvPr>
          <p:cNvSpPr>
            <a:spLocks xmlns:a="http://schemas.openxmlformats.org/drawingml/2006/main"/>
          </p:cNvSpPr>
          <p:nvPr/>
        </p:nvSpPr>
        <p:spPr>
          <a:xfrm xmlns:a="http://schemas.openxmlformats.org/drawingml/2006/main" flipH="0" flipV="0">
            <a:off x="4788000" y="1512000"/>
            <a:ext cx="0" cy="180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38" name="line-32">
            <a:extLst xmlns:a="http://schemas.openxmlformats.org/drawingml/2006/main">
              <a:ext uri="{FF2B5EF4-FFF2-40B4-BE49-F238E27FC236}">
                <a16:creationId xmlns:a16="http://schemas.microsoft.com/office/drawing/2014/main" id="{2393CDE0-6900-43FF-B350-C53334FDCA7D}"/>
              </a:ext>
            </a:extLst>
          </p:cNvPr>
          <p:cNvSpPr>
            <a:spLocks xmlns:a="http://schemas.openxmlformats.org/drawingml/2006/main"/>
          </p:cNvSpPr>
          <p:nvPr/>
        </p:nvSpPr>
        <p:spPr>
          <a:xfrm xmlns:a="http://schemas.openxmlformats.org/drawingml/2006/main" flipH="1" flipV="0">
            <a:off x="4464000" y="1692000"/>
            <a:ext cx="324000" cy="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39" name="line-33">
            <a:extLst xmlns:a="http://schemas.openxmlformats.org/drawingml/2006/main">
              <a:ext uri="{FF2B5EF4-FFF2-40B4-BE49-F238E27FC236}">
                <a16:creationId xmlns:a16="http://schemas.microsoft.com/office/drawing/2014/main" id="{61C47007-14D5-4C16-AE01-3ED21186562C}"/>
              </a:ext>
            </a:extLst>
          </p:cNvPr>
          <p:cNvSpPr>
            <a:spLocks xmlns:a="http://schemas.openxmlformats.org/drawingml/2006/main"/>
          </p:cNvSpPr>
          <p:nvPr/>
        </p:nvSpPr>
        <p:spPr>
          <a:xfrm xmlns:a="http://schemas.openxmlformats.org/drawingml/2006/main" flipH="0" flipV="0">
            <a:off x="4464000" y="1692000"/>
            <a:ext cx="0" cy="216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tailEnd type="triangle" w="sm" len="sm"/>
          </a:ln>
        </p:spPr>
      </p:sp>
      <p:sp>
        <p:nvSpPr>
          <p:cNvPr id="40" name="eq-link-p">
            <a:extLst xmlns:a="http://schemas.openxmlformats.org/drawingml/2006/main">
              <a:ext uri="{FF2B5EF4-FFF2-40B4-BE49-F238E27FC236}">
                <a16:creationId xmlns:a16="http://schemas.microsoft.com/office/drawing/2014/main" id="{F7B62CE1-FE11-4D5E-B663-D567BE0E0887}"/>
              </a:ext>
            </a:extLst>
          </p:cNvPr>
          <p:cNvSpPr>
            <a:spLocks xmlns:a="http://schemas.openxmlformats.org/drawingml/2006/main"/>
          </p:cNvSpPr>
          <p:nvPr/>
        </p:nvSpPr>
        <p:spPr>
          <a:xfrm xmlns:a="http://schemas.openxmlformats.org/drawingml/2006/main">
            <a:off x="4176000" y="1530000"/>
            <a:ext cx="432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0">
                <a:solidFill>
                  <a:srgbClr val="1F2A30"/>
                </a:solidFill>
                <a:latin typeface="Arial"/>
                <a:ea typeface="Arial"/>
                <a:cs typeface="Arial"/>
              </a:defRPr>
            </a:pPr>
            <a:r>
              <a:rPr sz="900" b="0" i="1">
                <a:solidFill>
                  <a:srgbClr val="1F2A30"/>
                </a:solidFill>
                <a:latin typeface="Arial"/>
                <a:ea typeface="Arial"/>
                <a:cs typeface="Arial"/>
              </a:rPr>
              <a:t>C</a:t>
            </a:r>
            <a:r>
              <a:rPr sz="900" b="0" i="0" baseline="-25000">
                <a:solidFill>
                  <a:srgbClr val="1F2A30"/>
                </a:solidFill>
                <a:latin typeface="Arial"/>
                <a:ea typeface="Arial"/>
                <a:cs typeface="Arial"/>
              </a:rPr>
              <a:t>p</a:t>
            </a:r>
          </a:p>
        </p:txBody>
      </p:sp>
      <p:sp>
        <p:nvSpPr>
          <p:cNvPr id="41" name="line-34">
            <a:extLst xmlns:a="http://schemas.openxmlformats.org/drawingml/2006/main">
              <a:ext uri="{FF2B5EF4-FFF2-40B4-BE49-F238E27FC236}">
                <a16:creationId xmlns:a16="http://schemas.microsoft.com/office/drawing/2014/main" id="{45F296BC-6D44-476D-A26D-2571AAA2B04A}"/>
              </a:ext>
            </a:extLst>
          </p:cNvPr>
          <p:cNvSpPr>
            <a:spLocks xmlns:a="http://schemas.openxmlformats.org/drawingml/2006/main"/>
          </p:cNvSpPr>
          <p:nvPr/>
        </p:nvSpPr>
        <p:spPr>
          <a:xfrm xmlns:a="http://schemas.openxmlformats.org/drawingml/2006/main" flipH="0" flipV="0">
            <a:off x="6084000" y="306000"/>
            <a:ext cx="198000" cy="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42" name="line-35">
            <a:extLst xmlns:a="http://schemas.openxmlformats.org/drawingml/2006/main">
              <a:ext uri="{FF2B5EF4-FFF2-40B4-BE49-F238E27FC236}">
                <a16:creationId xmlns:a16="http://schemas.microsoft.com/office/drawing/2014/main" id="{C84A9DFB-23E1-4C5D-9F33-63A35F7801F3}"/>
              </a:ext>
            </a:extLst>
          </p:cNvPr>
          <p:cNvSpPr>
            <a:spLocks xmlns:a="http://schemas.openxmlformats.org/drawingml/2006/main"/>
          </p:cNvSpPr>
          <p:nvPr/>
        </p:nvSpPr>
        <p:spPr>
          <a:xfrm xmlns:a="http://schemas.openxmlformats.org/drawingml/2006/main" flipH="0" flipV="0">
            <a:off x="6282000" y="306000"/>
            <a:ext cx="0" cy="1962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43" name="line-36">
            <a:extLst xmlns:a="http://schemas.openxmlformats.org/drawingml/2006/main">
              <a:ext uri="{FF2B5EF4-FFF2-40B4-BE49-F238E27FC236}">
                <a16:creationId xmlns:a16="http://schemas.microsoft.com/office/drawing/2014/main" id="{8819022D-DDB3-493B-870F-AF3CCFBFEDB7}"/>
              </a:ext>
            </a:extLst>
          </p:cNvPr>
          <p:cNvSpPr>
            <a:spLocks xmlns:a="http://schemas.openxmlformats.org/drawingml/2006/main"/>
          </p:cNvSpPr>
          <p:nvPr/>
        </p:nvSpPr>
        <p:spPr>
          <a:xfrm xmlns:a="http://schemas.openxmlformats.org/drawingml/2006/main" flipH="1" flipV="0">
            <a:off x="5328000" y="2268000"/>
            <a:ext cx="954000" cy="0"/>
          </a:xfrm>
          <a:prstGeom xmlns:a="http://schemas.openxmlformats.org/drawingml/2006/main" prst="line">
            <a:avLst/>
          </a:prstGeom>
          <a:noFill xmlns:a="http://schemas.openxmlformats.org/drawingml/2006/main"/>
          <a:ln xmlns:a="http://schemas.openxmlformats.org/drawingml/2006/main" w="8890">
            <a:solidFill>
              <a:srgbClr val="1F2A30"/>
            </a:solidFill>
            <a:prstDash val="solid"/>
            <a:tailEnd type="triangle" w="sm" len="sm"/>
          </a:ln>
        </p:spPr>
      </p:sp>
      <p:sp>
        <p:nvSpPr>
          <p:cNvPr id="44" name="eq-margin">
            <a:extLst xmlns:a="http://schemas.openxmlformats.org/drawingml/2006/main">
              <a:ext uri="{FF2B5EF4-FFF2-40B4-BE49-F238E27FC236}">
                <a16:creationId xmlns:a16="http://schemas.microsoft.com/office/drawing/2014/main" id="{A754C6E2-0A5F-4213-98A2-8682885E15E8}"/>
              </a:ext>
            </a:extLst>
          </p:cNvPr>
          <p:cNvSpPr>
            <a:spLocks xmlns:a="http://schemas.openxmlformats.org/drawingml/2006/main"/>
          </p:cNvSpPr>
          <p:nvPr/>
        </p:nvSpPr>
        <p:spPr>
          <a:xfrm xmlns:a="http://schemas.openxmlformats.org/drawingml/2006/main">
            <a:off x="5724000" y="2070000"/>
            <a:ext cx="3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00" b="0">
                <a:solidFill>
                  <a:srgbClr val="1F2A30"/>
                </a:solidFill>
                <a:latin typeface="Arial"/>
                <a:ea typeface="Arial"/>
                <a:cs typeface="Arial"/>
              </a:defRPr>
            </a:pPr>
            <a:r>
              <a:rPr sz="1000" b="0" i="1">
                <a:solidFill>
                  <a:srgbClr val="1F2A30"/>
                </a:solidFill>
                <a:latin typeface="Arial"/>
                <a:ea typeface="Arial"/>
                <a:cs typeface="Arial"/>
              </a:rPr>
              <a:t>m</a:t>
            </a:r>
          </a:p>
        </p:txBody>
      </p:sp>
    </p:spTree>
    <p:extLst>
      <p:ext uri="{BB962C8B-B14F-4D97-AF65-F5344CB8AC3E}">
        <p14:creationId xmlns:p14="http://schemas.microsoft.com/office/powerpoint/2010/main" val="14771894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slide-background">
            <a:extLst xmlns:a="http://schemas.openxmlformats.org/drawingml/2006/main">
              <a:ext uri="{FF2B5EF4-FFF2-40B4-BE49-F238E27FC236}">
                <a16:creationId xmlns:a16="http://schemas.microsoft.com/office/drawing/2014/main" id="{0CDB7F49-2B20-47ED-B7A4-5E27374302E4}"/>
              </a:ext>
            </a:extLst>
          </p:cNvPr>
          <p:cNvSpPr>
            <a:spLocks xmlns:a="http://schemas.openxmlformats.org/drawingml/2006/main"/>
          </p:cNvSpPr>
          <p:nvPr/>
        </p:nvSpPr>
        <p:spPr>
          <a:xfrm xmlns:a="http://schemas.openxmlformats.org/drawingml/2006/main">
            <a:off x="0" y="0"/>
            <a:ext cx="6408000" cy="2736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input-0">
            <a:extLst xmlns:a="http://schemas.openxmlformats.org/drawingml/2006/main">
              <a:ext uri="{FF2B5EF4-FFF2-40B4-BE49-F238E27FC236}">
                <a16:creationId xmlns:a16="http://schemas.microsoft.com/office/drawing/2014/main" id="{A69E13BC-02EB-471B-BE5C-7D6FF7DC0B69}"/>
              </a:ext>
            </a:extLst>
          </p:cNvPr>
          <p:cNvSpPr>
            <a:spLocks xmlns:a="http://schemas.openxmlformats.org/drawingml/2006/main"/>
          </p:cNvSpPr>
          <p:nvPr/>
        </p:nvSpPr>
        <p:spPr>
          <a:xfrm xmlns:a="http://schemas.openxmlformats.org/drawingml/2006/main">
            <a:off x="144000" y="144000"/>
            <a:ext cx="1224000" cy="324000"/>
          </a:xfrm>
          <a:prstGeom xmlns:a="http://schemas.openxmlformats.org/drawingml/2006/main" prst="roundRect">
            <a:avLst>
              <a:gd name="adj" fmla="val 8889"/>
            </a:avLst>
          </a:prstGeom>
          <a:solidFill xmlns:a="http://schemas.openxmlformats.org/drawingml/2006/main">
            <a:srgbClr val="F4F6F7"/>
          </a:solidFill>
          <a:ln xmlns:a="http://schemas.openxmlformats.org/drawingml/2006/main" w="8255">
            <a:solidFill>
              <a:srgbClr val="C3CBCE"/>
            </a:solidFill>
          </a:ln>
        </p:spPr>
      </p:sp>
      <p:sp>
        <p:nvSpPr>
          <p:cNvPr id="3" name="input-label-0">
            <a:extLst xmlns:a="http://schemas.openxmlformats.org/drawingml/2006/main">
              <a:ext uri="{FF2B5EF4-FFF2-40B4-BE49-F238E27FC236}">
                <a16:creationId xmlns:a16="http://schemas.microsoft.com/office/drawing/2014/main" id="{4D7073BB-E409-4D4B-AA1D-DCA4A519C099}"/>
              </a:ext>
            </a:extLst>
          </p:cNvPr>
          <p:cNvSpPr>
            <a:spLocks xmlns:a="http://schemas.openxmlformats.org/drawingml/2006/main"/>
          </p:cNvSpPr>
          <p:nvPr/>
        </p:nvSpPr>
        <p:spPr>
          <a:xfrm xmlns:a="http://schemas.openxmlformats.org/drawingml/2006/main">
            <a:off x="180000" y="144000"/>
            <a:ext cx="1152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1F2A30"/>
                </a:solidFill>
                <a:latin typeface="Malgun Gothic"/>
                <a:ea typeface="Malgun Gothic"/>
                <a:cs typeface="Malgun Gothic"/>
              </a:defRPr>
            </a:pPr>
            <a:r>
              <a:rPr sz="850" b="1">
                <a:solidFill>
                  <a:srgbClr val="1F2A30"/>
                </a:solidFill>
                <a:latin typeface="Malgun Gothic"/>
                <a:ea typeface="Malgun Gothic"/>
                <a:cs typeface="Malgun Gothic"/>
              </a:rPr>
              <a:t>조성</a:t>
            </a:r>
          </a:p>
        </p:txBody>
      </p:sp>
      <p:sp>
        <p:nvSpPr>
          <p:cNvPr id="4" name="input-1">
            <a:extLst xmlns:a="http://schemas.openxmlformats.org/drawingml/2006/main">
              <a:ext uri="{FF2B5EF4-FFF2-40B4-BE49-F238E27FC236}">
                <a16:creationId xmlns:a16="http://schemas.microsoft.com/office/drawing/2014/main" id="{D5851BC3-DE86-4CF3-A29C-36A2598D48D4}"/>
              </a:ext>
            </a:extLst>
          </p:cNvPr>
          <p:cNvSpPr>
            <a:spLocks xmlns:a="http://schemas.openxmlformats.org/drawingml/2006/main"/>
          </p:cNvSpPr>
          <p:nvPr/>
        </p:nvSpPr>
        <p:spPr>
          <a:xfrm xmlns:a="http://schemas.openxmlformats.org/drawingml/2006/main">
            <a:off x="1620000" y="144000"/>
            <a:ext cx="1224000" cy="324000"/>
          </a:xfrm>
          <a:prstGeom xmlns:a="http://schemas.openxmlformats.org/drawingml/2006/main" prst="roundRect">
            <a:avLst>
              <a:gd name="adj" fmla="val 8889"/>
            </a:avLst>
          </a:prstGeom>
          <a:solidFill xmlns:a="http://schemas.openxmlformats.org/drawingml/2006/main">
            <a:srgbClr val="F4F6F7"/>
          </a:solidFill>
          <a:ln xmlns:a="http://schemas.openxmlformats.org/drawingml/2006/main" w="8255">
            <a:solidFill>
              <a:srgbClr val="C3CBCE"/>
            </a:solidFill>
          </a:ln>
        </p:spPr>
      </p:sp>
      <p:sp>
        <p:nvSpPr>
          <p:cNvPr id="5" name="input-label-1">
            <a:extLst xmlns:a="http://schemas.openxmlformats.org/drawingml/2006/main">
              <a:ext uri="{FF2B5EF4-FFF2-40B4-BE49-F238E27FC236}">
                <a16:creationId xmlns:a16="http://schemas.microsoft.com/office/drawing/2014/main" id="{D66EE560-3388-4F92-A771-86D74754CFBA}"/>
              </a:ext>
            </a:extLst>
          </p:cNvPr>
          <p:cNvSpPr>
            <a:spLocks xmlns:a="http://schemas.openxmlformats.org/drawingml/2006/main"/>
          </p:cNvSpPr>
          <p:nvPr/>
        </p:nvSpPr>
        <p:spPr>
          <a:xfrm xmlns:a="http://schemas.openxmlformats.org/drawingml/2006/main">
            <a:off x="1656000" y="144000"/>
            <a:ext cx="1152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1F2A30"/>
                </a:solidFill>
                <a:latin typeface="Malgun Gothic"/>
                <a:ea typeface="Malgun Gothic"/>
                <a:cs typeface="Malgun Gothic"/>
              </a:defRPr>
            </a:pPr>
            <a:r>
              <a:rPr sz="850" b="1">
                <a:solidFill>
                  <a:srgbClr val="1F2A30"/>
                </a:solidFill>
                <a:latin typeface="Malgun Gothic"/>
                <a:ea typeface="Malgun Gothic"/>
                <a:cs typeface="Malgun Gothic"/>
              </a:rPr>
              <a:t>가격 기준</a:t>
            </a:r>
          </a:p>
        </p:txBody>
      </p:sp>
      <p:sp>
        <p:nvSpPr>
          <p:cNvPr id="6" name="input-2">
            <a:extLst xmlns:a="http://schemas.openxmlformats.org/drawingml/2006/main">
              <a:ext uri="{FF2B5EF4-FFF2-40B4-BE49-F238E27FC236}">
                <a16:creationId xmlns:a16="http://schemas.microsoft.com/office/drawing/2014/main" id="{2CA35D2D-F1D8-4E77-80FF-2CBB18559DD7}"/>
              </a:ext>
            </a:extLst>
          </p:cNvPr>
          <p:cNvSpPr>
            <a:spLocks xmlns:a="http://schemas.openxmlformats.org/drawingml/2006/main"/>
          </p:cNvSpPr>
          <p:nvPr/>
        </p:nvSpPr>
        <p:spPr>
          <a:xfrm xmlns:a="http://schemas.openxmlformats.org/drawingml/2006/main">
            <a:off x="3384000" y="144000"/>
            <a:ext cx="1224000" cy="324000"/>
          </a:xfrm>
          <a:prstGeom xmlns:a="http://schemas.openxmlformats.org/drawingml/2006/main" prst="roundRect">
            <a:avLst>
              <a:gd name="adj" fmla="val 8889"/>
            </a:avLst>
          </a:prstGeom>
          <a:solidFill xmlns:a="http://schemas.openxmlformats.org/drawingml/2006/main">
            <a:srgbClr val="F4F6F7"/>
          </a:solidFill>
          <a:ln xmlns:a="http://schemas.openxmlformats.org/drawingml/2006/main" w="8255">
            <a:solidFill>
              <a:srgbClr val="C3CBCE"/>
            </a:solidFill>
          </a:ln>
        </p:spPr>
      </p:sp>
      <p:sp>
        <p:nvSpPr>
          <p:cNvPr id="7" name="input-label-2">
            <a:extLst xmlns:a="http://schemas.openxmlformats.org/drawingml/2006/main">
              <a:ext uri="{FF2B5EF4-FFF2-40B4-BE49-F238E27FC236}">
                <a16:creationId xmlns:a16="http://schemas.microsoft.com/office/drawing/2014/main" id="{24E58ACA-C7E9-4D3C-9AC2-F9C35E71515C}"/>
              </a:ext>
            </a:extLst>
          </p:cNvPr>
          <p:cNvSpPr>
            <a:spLocks xmlns:a="http://schemas.openxmlformats.org/drawingml/2006/main"/>
          </p:cNvSpPr>
          <p:nvPr/>
        </p:nvSpPr>
        <p:spPr>
          <a:xfrm xmlns:a="http://schemas.openxmlformats.org/drawingml/2006/main">
            <a:off x="3420000" y="144000"/>
            <a:ext cx="1152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1F2A30"/>
                </a:solidFill>
                <a:latin typeface="Malgun Gothic"/>
                <a:ea typeface="Malgun Gothic"/>
                <a:cs typeface="Malgun Gothic"/>
              </a:defRPr>
            </a:pPr>
            <a:r>
              <a:rPr sz="850" b="1">
                <a:solidFill>
                  <a:srgbClr val="1F2A30"/>
                </a:solidFill>
                <a:latin typeface="Malgun Gothic"/>
                <a:ea typeface="Malgun Gothic"/>
                <a:cs typeface="Malgun Gothic"/>
              </a:rPr>
              <a:t>제조 경로</a:t>
            </a:r>
          </a:p>
        </p:txBody>
      </p:sp>
      <p:sp>
        <p:nvSpPr>
          <p:cNvPr id="8" name="input-3">
            <a:extLst xmlns:a="http://schemas.openxmlformats.org/drawingml/2006/main">
              <a:ext uri="{FF2B5EF4-FFF2-40B4-BE49-F238E27FC236}">
                <a16:creationId xmlns:a16="http://schemas.microsoft.com/office/drawing/2014/main" id="{657B68A3-CF77-41C2-A3E9-5C2BA21913CA}"/>
              </a:ext>
            </a:extLst>
          </p:cNvPr>
          <p:cNvSpPr>
            <a:spLocks xmlns:a="http://schemas.openxmlformats.org/drawingml/2006/main"/>
          </p:cNvSpPr>
          <p:nvPr/>
        </p:nvSpPr>
        <p:spPr>
          <a:xfrm xmlns:a="http://schemas.openxmlformats.org/drawingml/2006/main">
            <a:off x="4860000" y="144000"/>
            <a:ext cx="1224000" cy="324000"/>
          </a:xfrm>
          <a:prstGeom xmlns:a="http://schemas.openxmlformats.org/drawingml/2006/main" prst="roundRect">
            <a:avLst>
              <a:gd name="adj" fmla="val 8889"/>
            </a:avLst>
          </a:prstGeom>
          <a:solidFill xmlns:a="http://schemas.openxmlformats.org/drawingml/2006/main">
            <a:srgbClr val="F4F6F7"/>
          </a:solidFill>
          <a:ln xmlns:a="http://schemas.openxmlformats.org/drawingml/2006/main" w="8255">
            <a:solidFill>
              <a:srgbClr val="C3CBCE"/>
            </a:solidFill>
          </a:ln>
        </p:spPr>
      </p:sp>
      <p:sp>
        <p:nvSpPr>
          <p:cNvPr id="9" name="input-label-3">
            <a:extLst xmlns:a="http://schemas.openxmlformats.org/drawingml/2006/main">
              <a:ext uri="{FF2B5EF4-FFF2-40B4-BE49-F238E27FC236}">
                <a16:creationId xmlns:a16="http://schemas.microsoft.com/office/drawing/2014/main" id="{28D6707E-4B74-41C1-B54B-86CB0333DCC1}"/>
              </a:ext>
            </a:extLst>
          </p:cNvPr>
          <p:cNvSpPr>
            <a:spLocks xmlns:a="http://schemas.openxmlformats.org/drawingml/2006/main"/>
          </p:cNvSpPr>
          <p:nvPr/>
        </p:nvSpPr>
        <p:spPr>
          <a:xfrm xmlns:a="http://schemas.openxmlformats.org/drawingml/2006/main">
            <a:off x="4896000" y="144000"/>
            <a:ext cx="1152000" cy="3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1F2A30"/>
                </a:solidFill>
                <a:latin typeface="Malgun Gothic"/>
                <a:ea typeface="Malgun Gothic"/>
                <a:cs typeface="Malgun Gothic"/>
              </a:defRPr>
            </a:pPr>
            <a:r>
              <a:rPr sz="850" b="1">
                <a:solidFill>
                  <a:srgbClr val="1F2A30"/>
                </a:solidFill>
                <a:latin typeface="Malgun Gothic"/>
                <a:ea typeface="Malgun Gothic"/>
                <a:cs typeface="Malgun Gothic"/>
              </a:rPr>
              <a:t>주문량</a:t>
            </a:r>
          </a:p>
        </p:txBody>
      </p:sp>
      <p:sp>
        <p:nvSpPr>
          <p:cNvPr id="10" name="materials">
            <a:extLst xmlns:a="http://schemas.openxmlformats.org/drawingml/2006/main">
              <a:ext uri="{FF2B5EF4-FFF2-40B4-BE49-F238E27FC236}">
                <a16:creationId xmlns:a16="http://schemas.microsoft.com/office/drawing/2014/main" id="{57113BFA-171A-483A-860D-D7F550751396}"/>
              </a:ext>
            </a:extLst>
          </p:cNvPr>
          <p:cNvSpPr>
            <a:spLocks xmlns:a="http://schemas.openxmlformats.org/drawingml/2006/main"/>
          </p:cNvSpPr>
          <p:nvPr/>
        </p:nvSpPr>
        <p:spPr>
          <a:xfrm xmlns:a="http://schemas.openxmlformats.org/drawingml/2006/main">
            <a:off x="288000" y="864000"/>
            <a:ext cx="2520000" cy="648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8255">
            <a:solidFill>
              <a:srgbClr val="1F2A30"/>
            </a:solidFill>
          </a:ln>
        </p:spPr>
      </p:sp>
      <p:sp>
        <p:nvSpPr>
          <p:cNvPr id="11" name="processing">
            <a:extLst xmlns:a="http://schemas.openxmlformats.org/drawingml/2006/main">
              <a:ext uri="{FF2B5EF4-FFF2-40B4-BE49-F238E27FC236}">
                <a16:creationId xmlns:a16="http://schemas.microsoft.com/office/drawing/2014/main" id="{1C952D8E-2A7E-458C-8F4C-5E96C8530492}"/>
              </a:ext>
            </a:extLst>
          </p:cNvPr>
          <p:cNvSpPr>
            <a:spLocks xmlns:a="http://schemas.openxmlformats.org/drawingml/2006/main"/>
          </p:cNvSpPr>
          <p:nvPr/>
        </p:nvSpPr>
        <p:spPr>
          <a:xfrm xmlns:a="http://schemas.openxmlformats.org/drawingml/2006/main">
            <a:off x="3528000" y="864000"/>
            <a:ext cx="2520000" cy="648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8255">
            <a:solidFill>
              <a:srgbClr val="1F2A30"/>
            </a:solidFill>
          </a:ln>
        </p:spPr>
      </p:sp>
      <p:sp>
        <p:nvSpPr>
          <p:cNvPr id="12" name="selling-price">
            <a:extLst xmlns:a="http://schemas.openxmlformats.org/drawingml/2006/main">
              <a:ext uri="{FF2B5EF4-FFF2-40B4-BE49-F238E27FC236}">
                <a16:creationId xmlns:a16="http://schemas.microsoft.com/office/drawing/2014/main" id="{C2C439C5-DED4-4263-B7C8-2B3B94183009}"/>
              </a:ext>
            </a:extLst>
          </p:cNvPr>
          <p:cNvSpPr>
            <a:spLocks xmlns:a="http://schemas.openxmlformats.org/drawingml/2006/main"/>
          </p:cNvSpPr>
          <p:nvPr/>
        </p:nvSpPr>
        <p:spPr>
          <a:xfrm xmlns:a="http://schemas.openxmlformats.org/drawingml/2006/main">
            <a:off x="1728000" y="1908000"/>
            <a:ext cx="3600000" cy="720000"/>
          </a:xfrm>
          <a:prstGeom xmlns:a="http://schemas.openxmlformats.org/drawingml/2006/main" prst="roundRect">
            <a:avLst>
              <a:gd name="adj" fmla="val 4000"/>
            </a:avLst>
          </a:prstGeom>
          <a:solidFill xmlns:a="http://schemas.openxmlformats.org/drawingml/2006/main">
            <a:srgbClr val="EAF1F2"/>
          </a:solidFill>
          <a:ln xmlns:a="http://schemas.openxmlformats.org/drawingml/2006/main" w="10160">
            <a:solidFill>
              <a:srgbClr val="1B6F78"/>
            </a:solidFill>
          </a:ln>
        </p:spPr>
      </p:sp>
      <p:sp>
        <p:nvSpPr>
          <p:cNvPr id="13" name="materials-label">
            <a:extLst xmlns:a="http://schemas.openxmlformats.org/drawingml/2006/main">
              <a:ext uri="{FF2B5EF4-FFF2-40B4-BE49-F238E27FC236}">
                <a16:creationId xmlns:a16="http://schemas.microsoft.com/office/drawing/2014/main" id="{8793D8CD-799D-4B6E-8C04-6DBECA8C7CBF}"/>
              </a:ext>
            </a:extLst>
          </p:cNvPr>
          <p:cNvSpPr>
            <a:spLocks xmlns:a="http://schemas.openxmlformats.org/drawingml/2006/main"/>
          </p:cNvSpPr>
          <p:nvPr/>
        </p:nvSpPr>
        <p:spPr>
          <a:xfrm xmlns:a="http://schemas.openxmlformats.org/drawingml/2006/main">
            <a:off x="360000" y="918000"/>
            <a:ext cx="237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1F2A30"/>
                </a:solidFill>
                <a:latin typeface="Malgun Gothic"/>
                <a:ea typeface="Malgun Gothic"/>
                <a:cs typeface="Malgun Gothic"/>
              </a:defRPr>
            </a:pPr>
            <a:r>
              <a:rPr sz="900" b="1">
                <a:solidFill>
                  <a:srgbClr val="1F2A30"/>
                </a:solidFill>
                <a:latin typeface="Malgun Gothic"/>
                <a:ea typeface="Malgun Gothic"/>
                <a:cs typeface="Malgun Gothic"/>
              </a:rPr>
              <a:t>재료비</a:t>
            </a:r>
          </a:p>
        </p:txBody>
      </p:sp>
      <p:sp>
        <p:nvSpPr>
          <p:cNvPr id="14" name="processing-label">
            <a:extLst xmlns:a="http://schemas.openxmlformats.org/drawingml/2006/main">
              <a:ext uri="{FF2B5EF4-FFF2-40B4-BE49-F238E27FC236}">
                <a16:creationId xmlns:a16="http://schemas.microsoft.com/office/drawing/2014/main" id="{DA91E134-54FA-48B5-A536-AAC5B93A3E40}"/>
              </a:ext>
            </a:extLst>
          </p:cNvPr>
          <p:cNvSpPr>
            <a:spLocks xmlns:a="http://schemas.openxmlformats.org/drawingml/2006/main"/>
          </p:cNvSpPr>
          <p:nvPr/>
        </p:nvSpPr>
        <p:spPr>
          <a:xfrm xmlns:a="http://schemas.openxmlformats.org/drawingml/2006/main">
            <a:off x="3600000" y="918000"/>
            <a:ext cx="237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1F2A30"/>
                </a:solidFill>
                <a:latin typeface="Malgun Gothic"/>
                <a:ea typeface="Malgun Gothic"/>
                <a:cs typeface="Malgun Gothic"/>
              </a:defRPr>
            </a:pPr>
            <a:r>
              <a:rPr sz="900" b="1">
                <a:solidFill>
                  <a:srgbClr val="1F2A30"/>
                </a:solidFill>
                <a:latin typeface="Malgun Gothic"/>
                <a:ea typeface="Malgun Gothic"/>
                <a:cs typeface="Malgun Gothic"/>
              </a:rPr>
              <a:t>가공비 (Step Method)</a:t>
            </a:r>
          </a:p>
        </p:txBody>
      </p:sp>
      <p:sp>
        <p:nvSpPr>
          <p:cNvPr id="15" name="price-label">
            <a:extLst xmlns:a="http://schemas.openxmlformats.org/drawingml/2006/main">
              <a:ext uri="{FF2B5EF4-FFF2-40B4-BE49-F238E27FC236}">
                <a16:creationId xmlns:a16="http://schemas.microsoft.com/office/drawing/2014/main" id="{154616A8-B618-4413-BAAF-5F9504BF2CD8}"/>
              </a:ext>
            </a:extLst>
          </p:cNvPr>
          <p:cNvSpPr>
            <a:spLocks xmlns:a="http://schemas.openxmlformats.org/drawingml/2006/main"/>
          </p:cNvSpPr>
          <p:nvPr/>
        </p:nvSpPr>
        <p:spPr>
          <a:xfrm xmlns:a="http://schemas.openxmlformats.org/drawingml/2006/main">
            <a:off x="1800000" y="1944000"/>
            <a:ext cx="345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Malgun Gothic"/>
                <a:ea typeface="Malgun Gothic"/>
                <a:cs typeface="Malgun Gothic"/>
              </a:defRPr>
            </a:pPr>
            <a:r>
              <a:rPr sz="950" b="1">
                <a:solidFill>
                  <a:srgbClr val="1F2A30"/>
                </a:solidFill>
                <a:latin typeface="Malgun Gothic"/>
                <a:ea typeface="Malgun Gothic"/>
                <a:cs typeface="Malgun Gothic"/>
              </a:rPr>
              <a:t>판매 단가</a:t>
            </a:r>
          </a:p>
        </p:txBody>
      </p:sp>
      <p:sp>
        <p:nvSpPr>
          <p:cNvPr id="16" name="eq-materials">
            <a:extLst xmlns:a="http://schemas.openxmlformats.org/drawingml/2006/main">
              <a:ext uri="{FF2B5EF4-FFF2-40B4-BE49-F238E27FC236}">
                <a16:creationId xmlns:a16="http://schemas.microsoft.com/office/drawing/2014/main" id="{8E0AA1BD-3C42-4CD5-90BA-9F3638873DCB}"/>
              </a:ext>
            </a:extLst>
          </p:cNvPr>
          <p:cNvSpPr>
            <a:spLocks xmlns:a="http://schemas.openxmlformats.org/drawingml/2006/main"/>
          </p:cNvSpPr>
          <p:nvPr/>
        </p:nvSpPr>
        <p:spPr>
          <a:xfrm xmlns:a="http://schemas.openxmlformats.org/drawingml/2006/main">
            <a:off x="432000" y="1152000"/>
            <a:ext cx="223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F2A30"/>
                </a:solidFill>
                <a:latin typeface="Arial"/>
                <a:ea typeface="Arial"/>
                <a:cs typeface="Arial"/>
              </a:defRPr>
            </a:pPr>
            <a:r>
              <a:rPr sz="1200" b="0" i="1">
                <a:solidFill>
                  <a:srgbClr val="1F2A30"/>
                </a:solidFill>
                <a:latin typeface="Arial"/>
                <a:ea typeface="Arial"/>
                <a:cs typeface="Arial"/>
              </a:rPr>
              <a:t>C</a:t>
            </a:r>
            <a:r>
              <a:rPr sz="1200" b="0" i="0" baseline="-25000">
                <a:solidFill>
                  <a:srgbClr val="1F2A30"/>
                </a:solidFill>
                <a:latin typeface="Arial"/>
                <a:ea typeface="Arial"/>
                <a:cs typeface="Arial"/>
              </a:rPr>
              <a:t>m</a:t>
            </a:r>
            <a:r>
              <a:rPr sz="1200" b="0" i="0">
                <a:solidFill>
                  <a:srgbClr val="1F2A30"/>
                </a:solidFill>
                <a:latin typeface="Arial"/>
                <a:ea typeface="Arial"/>
                <a:cs typeface="Arial"/>
              </a:rPr>
              <a:t> = Σ</a:t>
            </a:r>
            <a:r>
              <a:rPr sz="1200" b="0" i="0" baseline="-25000">
                <a:solidFill>
                  <a:srgbClr val="1F2A30"/>
                </a:solidFill>
                <a:latin typeface="Arial"/>
                <a:ea typeface="Arial"/>
                <a:cs typeface="Arial"/>
              </a:rPr>
              <a:t>i</a:t>
            </a:r>
            <a:r>
              <a:rPr sz="1200" b="0" i="1">
                <a:solidFill>
                  <a:srgbClr val="1F2A30"/>
                </a:solidFill>
                <a:latin typeface="Arial"/>
                <a:ea typeface="Arial"/>
                <a:cs typeface="Arial"/>
              </a:rPr>
              <a:t> w</a:t>
            </a:r>
            <a:r>
              <a:rPr sz="1200" b="0" i="0" baseline="-25000">
                <a:solidFill>
                  <a:srgbClr val="1F2A30"/>
                </a:solidFill>
                <a:latin typeface="Arial"/>
                <a:ea typeface="Arial"/>
                <a:cs typeface="Arial"/>
              </a:rPr>
              <a:t>i</a:t>
            </a:r>
            <a:r>
              <a:rPr sz="1200" b="0" i="1">
                <a:solidFill>
                  <a:srgbClr val="1F2A30"/>
                </a:solidFill>
                <a:latin typeface="Arial"/>
                <a:ea typeface="Arial"/>
                <a:cs typeface="Arial"/>
              </a:rPr>
              <a:t> c</a:t>
            </a:r>
            <a:r>
              <a:rPr sz="1200" b="0" i="0" baseline="-25000">
                <a:solidFill>
                  <a:srgbClr val="1F2A30"/>
                </a:solidFill>
                <a:latin typeface="Arial"/>
                <a:ea typeface="Arial"/>
                <a:cs typeface="Arial"/>
              </a:rPr>
              <a:t>i</a:t>
            </a:r>
          </a:p>
        </p:txBody>
      </p:sp>
      <p:sp>
        <p:nvSpPr>
          <p:cNvPr id="17" name="eq-processing-prefix">
            <a:extLst xmlns:a="http://schemas.openxmlformats.org/drawingml/2006/main">
              <a:ext uri="{FF2B5EF4-FFF2-40B4-BE49-F238E27FC236}">
                <a16:creationId xmlns:a16="http://schemas.microsoft.com/office/drawing/2014/main" id="{45CDF5F6-9C7D-4932-A5BA-59F35CAD57DB}"/>
              </a:ext>
            </a:extLst>
          </p:cNvPr>
          <p:cNvSpPr>
            <a:spLocks xmlns:a="http://schemas.openxmlformats.org/drawingml/2006/main"/>
          </p:cNvSpPr>
          <p:nvPr/>
        </p:nvSpPr>
        <p:spPr>
          <a:xfrm xmlns:a="http://schemas.openxmlformats.org/drawingml/2006/main">
            <a:off x="3996000" y="1159200"/>
            <a:ext cx="61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F2A30"/>
                </a:solidFill>
                <a:latin typeface="Arial"/>
                <a:ea typeface="Arial"/>
                <a:cs typeface="Arial"/>
              </a:defRPr>
            </a:pPr>
            <a:r>
              <a:rPr sz="1200" b="0" i="1">
                <a:solidFill>
                  <a:srgbClr val="1F2A30"/>
                </a:solidFill>
                <a:latin typeface="Arial"/>
                <a:ea typeface="Arial"/>
                <a:cs typeface="Arial"/>
              </a:rPr>
              <a:t>C</a:t>
            </a:r>
            <a:r>
              <a:rPr sz="1200" b="0" i="0" baseline="-25000">
                <a:solidFill>
                  <a:srgbClr val="1F2A30"/>
                </a:solidFill>
                <a:latin typeface="Arial"/>
                <a:ea typeface="Arial"/>
                <a:cs typeface="Arial"/>
              </a:rPr>
              <a:t>p</a:t>
            </a:r>
            <a:r>
              <a:rPr sz="1200" b="0" i="0">
                <a:solidFill>
                  <a:srgbClr val="1F2A30"/>
                </a:solidFill>
                <a:latin typeface="Arial"/>
                <a:ea typeface="Arial"/>
                <a:cs typeface="Arial"/>
              </a:rPr>
              <a:t> =</a:t>
            </a:r>
          </a:p>
        </p:txBody>
      </p:sp>
      <p:sp>
        <p:nvSpPr>
          <p:cNvPr id="18" name="eq-processing-numerator">
            <a:extLst xmlns:a="http://schemas.openxmlformats.org/drawingml/2006/main">
              <a:ext uri="{FF2B5EF4-FFF2-40B4-BE49-F238E27FC236}">
                <a16:creationId xmlns:a16="http://schemas.microsoft.com/office/drawing/2014/main" id="{69CE0070-4768-42E3-B50A-B10D5D2B5ED6}"/>
              </a:ext>
            </a:extLst>
          </p:cNvPr>
          <p:cNvSpPr>
            <a:spLocks xmlns:a="http://schemas.openxmlformats.org/drawingml/2006/main"/>
          </p:cNvSpPr>
          <p:nvPr/>
        </p:nvSpPr>
        <p:spPr>
          <a:xfrm xmlns:a="http://schemas.openxmlformats.org/drawingml/2006/main">
            <a:off x="4608000" y="1108800"/>
            <a:ext cx="972000" cy="16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50" b="0">
                <a:solidFill>
                  <a:srgbClr val="1F2A30"/>
                </a:solidFill>
                <a:latin typeface="Arial"/>
                <a:ea typeface="Arial"/>
                <a:cs typeface="Arial"/>
              </a:defRPr>
            </a:pPr>
            <a:r>
              <a:rPr sz="1150" b="0" i="0">
                <a:solidFill>
                  <a:srgbClr val="1F2A30"/>
                </a:solidFill>
                <a:latin typeface="Arial"/>
                <a:ea typeface="Arial"/>
                <a:cs typeface="Arial"/>
              </a:rPr>
              <a:t>24 </a:t>
            </a:r>
            <a:r>
              <a:rPr sz="1150" b="0" i="1">
                <a:solidFill>
                  <a:srgbClr val="1F2A30"/>
                </a:solidFill>
                <a:latin typeface="Arial"/>
                <a:ea typeface="Arial"/>
                <a:cs typeface="Arial"/>
              </a:rPr>
              <a:t>T I H</a:t>
            </a:r>
          </a:p>
        </p:txBody>
      </p:sp>
      <p:sp>
        <p:nvSpPr>
          <p:cNvPr id="19" name="line-37">
            <a:extLst xmlns:a="http://schemas.openxmlformats.org/drawingml/2006/main">
              <a:ext uri="{FF2B5EF4-FFF2-40B4-BE49-F238E27FC236}">
                <a16:creationId xmlns:a16="http://schemas.microsoft.com/office/drawing/2014/main" id="{2E950D7B-10BA-4730-B998-67011FC155B1}"/>
              </a:ext>
            </a:extLst>
          </p:cNvPr>
          <p:cNvSpPr>
            <a:spLocks xmlns:a="http://schemas.openxmlformats.org/drawingml/2006/main"/>
          </p:cNvSpPr>
          <p:nvPr/>
        </p:nvSpPr>
        <p:spPr>
          <a:xfrm xmlns:a="http://schemas.openxmlformats.org/drawingml/2006/main" flipH="0" flipV="0">
            <a:off x="4608000" y="1296000"/>
            <a:ext cx="972000" cy="0"/>
          </a:xfrm>
          <a:prstGeom xmlns:a="http://schemas.openxmlformats.org/drawingml/2006/main" prst="line">
            <a:avLst/>
          </a:prstGeom>
          <a:noFill xmlns:a="http://schemas.openxmlformats.org/drawingml/2006/main"/>
          <a:ln xmlns:a="http://schemas.openxmlformats.org/drawingml/2006/main" w="6985">
            <a:solidFill>
              <a:srgbClr val="1F2A30"/>
            </a:solidFill>
            <a:prstDash val="solid"/>
          </a:ln>
        </p:spPr>
      </p:sp>
      <p:sp>
        <p:nvSpPr>
          <p:cNvPr id="20" name="eq-processing-denominator">
            <a:extLst xmlns:a="http://schemas.openxmlformats.org/drawingml/2006/main">
              <a:ext uri="{FF2B5EF4-FFF2-40B4-BE49-F238E27FC236}">
                <a16:creationId xmlns:a16="http://schemas.microsoft.com/office/drawing/2014/main" id="{91905E18-376D-4BE6-A4A1-1244779B1C40}"/>
              </a:ext>
            </a:extLst>
          </p:cNvPr>
          <p:cNvSpPr>
            <a:spLocks xmlns:a="http://schemas.openxmlformats.org/drawingml/2006/main"/>
          </p:cNvSpPr>
          <p:nvPr/>
        </p:nvSpPr>
        <p:spPr>
          <a:xfrm xmlns:a="http://schemas.openxmlformats.org/drawingml/2006/main">
            <a:off x="4608000" y="1306800"/>
            <a:ext cx="972000" cy="16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50" b="0">
                <a:solidFill>
                  <a:srgbClr val="1F2A30"/>
                </a:solidFill>
                <a:latin typeface="Arial"/>
                <a:ea typeface="Arial"/>
                <a:cs typeface="Arial"/>
              </a:defRPr>
            </a:pPr>
            <a:r>
              <a:rPr sz="1150" b="0" i="1">
                <a:solidFill>
                  <a:srgbClr val="1F2A30"/>
                </a:solidFill>
                <a:latin typeface="Arial"/>
                <a:ea typeface="Arial"/>
                <a:cs typeface="Arial"/>
              </a:rPr>
              <a:t>M</a:t>
            </a:r>
          </a:p>
        </p:txBody>
      </p:sp>
      <p:sp>
        <p:nvSpPr>
          <p:cNvPr id="21" name="eq-price-prefix">
            <a:extLst xmlns:a="http://schemas.openxmlformats.org/drawingml/2006/main">
              <a:ext uri="{FF2B5EF4-FFF2-40B4-BE49-F238E27FC236}">
                <a16:creationId xmlns:a16="http://schemas.microsoft.com/office/drawing/2014/main" id="{F9B49450-9321-49E9-ABA7-E7874A6CCA53}"/>
              </a:ext>
            </a:extLst>
          </p:cNvPr>
          <p:cNvSpPr>
            <a:spLocks xmlns:a="http://schemas.openxmlformats.org/drawingml/2006/main"/>
          </p:cNvSpPr>
          <p:nvPr/>
        </p:nvSpPr>
        <p:spPr>
          <a:xfrm xmlns:a="http://schemas.openxmlformats.org/drawingml/2006/main">
            <a:off x="2124000" y="2178000"/>
            <a:ext cx="43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00" b="0">
                <a:solidFill>
                  <a:srgbClr val="1F2A30"/>
                </a:solidFill>
                <a:latin typeface="Arial"/>
                <a:ea typeface="Arial"/>
                <a:cs typeface="Arial"/>
              </a:defRPr>
            </a:pPr>
            <a:r>
              <a:rPr sz="1200" b="0" i="1">
                <a:solidFill>
                  <a:srgbClr val="1F2A30"/>
                </a:solidFill>
                <a:latin typeface="Arial"/>
                <a:ea typeface="Arial"/>
                <a:cs typeface="Arial"/>
              </a:rPr>
              <a:t>P</a:t>
            </a:r>
            <a:r>
              <a:rPr sz="1200" b="0" i="0">
                <a:solidFill>
                  <a:srgbClr val="1F2A30"/>
                </a:solidFill>
                <a:latin typeface="Arial"/>
                <a:ea typeface="Arial"/>
                <a:cs typeface="Arial"/>
              </a:rPr>
              <a:t> =</a:t>
            </a:r>
          </a:p>
        </p:txBody>
      </p:sp>
      <p:sp>
        <p:nvSpPr>
          <p:cNvPr id="22" name="eq-price-numerator">
            <a:extLst xmlns:a="http://schemas.openxmlformats.org/drawingml/2006/main">
              <a:ext uri="{FF2B5EF4-FFF2-40B4-BE49-F238E27FC236}">
                <a16:creationId xmlns:a16="http://schemas.microsoft.com/office/drawing/2014/main" id="{CEA89EA4-4862-41CC-8DA0-16AAE5F87FE2}"/>
              </a:ext>
            </a:extLst>
          </p:cNvPr>
          <p:cNvSpPr>
            <a:spLocks xmlns:a="http://schemas.openxmlformats.org/drawingml/2006/main"/>
          </p:cNvSpPr>
          <p:nvPr/>
        </p:nvSpPr>
        <p:spPr>
          <a:xfrm xmlns:a="http://schemas.openxmlformats.org/drawingml/2006/main">
            <a:off x="2628000" y="2149200"/>
            <a:ext cx="219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50" b="0">
                <a:solidFill>
                  <a:srgbClr val="1F2A30"/>
                </a:solidFill>
                <a:latin typeface="Arial"/>
                <a:ea typeface="Arial"/>
                <a:cs typeface="Arial"/>
              </a:defRPr>
            </a:pPr>
            <a:r>
              <a:rPr sz="1150" b="0" i="0">
                <a:solidFill>
                  <a:srgbClr val="1F2A30"/>
                </a:solidFill>
                <a:latin typeface="Arial"/>
                <a:ea typeface="Arial"/>
                <a:cs typeface="Arial"/>
              </a:rPr>
              <a:t>(</a:t>
            </a:r>
            <a:r>
              <a:rPr sz="1150" b="0" i="1">
                <a:solidFill>
                  <a:srgbClr val="1F2A30"/>
                </a:solidFill>
                <a:latin typeface="Arial"/>
                <a:ea typeface="Arial"/>
                <a:cs typeface="Arial"/>
              </a:rPr>
              <a:t>C</a:t>
            </a:r>
            <a:r>
              <a:rPr sz="1150" b="0" i="0" baseline="-25000">
                <a:solidFill>
                  <a:srgbClr val="1F2A30"/>
                </a:solidFill>
                <a:latin typeface="Arial"/>
                <a:ea typeface="Arial"/>
                <a:cs typeface="Arial"/>
              </a:rPr>
              <a:t>m</a:t>
            </a:r>
            <a:r>
              <a:rPr sz="1150" b="0" i="0">
                <a:solidFill>
                  <a:srgbClr val="1F2A30"/>
                </a:solidFill>
                <a:latin typeface="Arial"/>
                <a:ea typeface="Arial"/>
                <a:cs typeface="Arial"/>
              </a:rPr>
              <a:t> + </a:t>
            </a:r>
            <a:r>
              <a:rPr sz="1150" b="0" i="1">
                <a:solidFill>
                  <a:srgbClr val="1F2A30"/>
                </a:solidFill>
                <a:latin typeface="Arial"/>
                <a:ea typeface="Arial"/>
                <a:cs typeface="Arial"/>
              </a:rPr>
              <a:t>C</a:t>
            </a:r>
            <a:r>
              <a:rPr sz="1150" b="0" i="0" baseline="-25000">
                <a:solidFill>
                  <a:srgbClr val="1F2A30"/>
                </a:solidFill>
                <a:latin typeface="Arial"/>
                <a:ea typeface="Arial"/>
                <a:cs typeface="Arial"/>
              </a:rPr>
              <a:t>p</a:t>
            </a:r>
            <a:r>
              <a:rPr sz="1150" b="0" i="0">
                <a:solidFill>
                  <a:srgbClr val="1F2A30"/>
                </a:solidFill>
                <a:latin typeface="Arial"/>
                <a:ea typeface="Arial"/>
                <a:cs typeface="Arial"/>
              </a:rPr>
              <a:t>)(1 + </a:t>
            </a:r>
            <a:r>
              <a:rPr sz="1150" b="0" i="1">
                <a:solidFill>
                  <a:srgbClr val="1F2A30"/>
                </a:solidFill>
                <a:latin typeface="Arial"/>
                <a:ea typeface="Arial"/>
                <a:cs typeface="Arial"/>
              </a:rPr>
              <a:t>g</a:t>
            </a:r>
            <a:r>
              <a:rPr sz="1150" b="0" i="0">
                <a:solidFill>
                  <a:srgbClr val="1F2A30"/>
                </a:solidFill>
                <a:latin typeface="Arial"/>
                <a:ea typeface="Arial"/>
                <a:cs typeface="Arial"/>
              </a:rPr>
              <a:t>)(1 + </a:t>
            </a:r>
            <a:r>
              <a:rPr sz="1150" b="0" i="1">
                <a:solidFill>
                  <a:srgbClr val="1F2A30"/>
                </a:solidFill>
                <a:latin typeface="Arial"/>
                <a:ea typeface="Arial"/>
                <a:cs typeface="Arial"/>
              </a:rPr>
              <a:t>s</a:t>
            </a:r>
            <a:r>
              <a:rPr sz="1150" b="0" i="0">
                <a:solidFill>
                  <a:srgbClr val="1F2A30"/>
                </a:solidFill>
                <a:latin typeface="Arial"/>
                <a:ea typeface="Arial"/>
                <a:cs typeface="Arial"/>
              </a:rPr>
              <a:t>)</a:t>
            </a:r>
          </a:p>
        </p:txBody>
      </p:sp>
      <p:sp>
        <p:nvSpPr>
          <p:cNvPr id="23" name="line-38">
            <a:extLst xmlns:a="http://schemas.openxmlformats.org/drawingml/2006/main">
              <a:ext uri="{FF2B5EF4-FFF2-40B4-BE49-F238E27FC236}">
                <a16:creationId xmlns:a16="http://schemas.microsoft.com/office/drawing/2014/main" id="{B97A3CE5-DB7C-4844-AE87-99C9EA46B50C}"/>
              </a:ext>
            </a:extLst>
          </p:cNvPr>
          <p:cNvSpPr>
            <a:spLocks xmlns:a="http://schemas.openxmlformats.org/drawingml/2006/main"/>
          </p:cNvSpPr>
          <p:nvPr/>
        </p:nvSpPr>
        <p:spPr>
          <a:xfrm xmlns:a="http://schemas.openxmlformats.org/drawingml/2006/main" flipH="0" flipV="0">
            <a:off x="2664000" y="2347200"/>
            <a:ext cx="2124000" cy="0"/>
          </a:xfrm>
          <a:prstGeom xmlns:a="http://schemas.openxmlformats.org/drawingml/2006/main" prst="line">
            <a:avLst/>
          </a:prstGeom>
          <a:noFill xmlns:a="http://schemas.openxmlformats.org/drawingml/2006/main"/>
          <a:ln xmlns:a="http://schemas.openxmlformats.org/drawingml/2006/main" w="6985">
            <a:solidFill>
              <a:srgbClr val="1F2A30"/>
            </a:solidFill>
            <a:prstDash val="solid"/>
          </a:ln>
        </p:spPr>
      </p:sp>
      <p:sp>
        <p:nvSpPr>
          <p:cNvPr id="24" name="eq-price-denominator">
            <a:extLst xmlns:a="http://schemas.openxmlformats.org/drawingml/2006/main">
              <a:ext uri="{FF2B5EF4-FFF2-40B4-BE49-F238E27FC236}">
                <a16:creationId xmlns:a16="http://schemas.microsoft.com/office/drawing/2014/main" id="{B363A63B-CDBA-4575-B225-0B3E2B6BB2B3}"/>
              </a:ext>
            </a:extLst>
          </p:cNvPr>
          <p:cNvSpPr>
            <a:spLocks xmlns:a="http://schemas.openxmlformats.org/drawingml/2006/main"/>
          </p:cNvSpPr>
          <p:nvPr/>
        </p:nvSpPr>
        <p:spPr>
          <a:xfrm xmlns:a="http://schemas.openxmlformats.org/drawingml/2006/main">
            <a:off x="2628000" y="2365200"/>
            <a:ext cx="2196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50" b="0">
                <a:solidFill>
                  <a:srgbClr val="1F2A30"/>
                </a:solidFill>
                <a:latin typeface="Arial"/>
                <a:ea typeface="Arial"/>
                <a:cs typeface="Arial"/>
              </a:defRPr>
            </a:pPr>
            <a:r>
              <a:rPr sz="1150" b="0" i="0">
                <a:solidFill>
                  <a:srgbClr val="1F2A30"/>
                </a:solidFill>
                <a:latin typeface="Arial"/>
                <a:ea typeface="Arial"/>
                <a:cs typeface="Arial"/>
              </a:rPr>
              <a:t>1 − </a:t>
            </a:r>
            <a:r>
              <a:rPr sz="1150" b="0" i="1">
                <a:solidFill>
                  <a:srgbClr val="1F2A30"/>
                </a:solidFill>
                <a:latin typeface="Arial"/>
                <a:ea typeface="Arial"/>
                <a:cs typeface="Arial"/>
              </a:rPr>
              <a:t>m</a:t>
            </a:r>
          </a:p>
        </p:txBody>
      </p:sp>
      <p:sp>
        <p:nvSpPr>
          <p:cNvPr id="25" name="line-39">
            <a:extLst xmlns:a="http://schemas.openxmlformats.org/drawingml/2006/main">
              <a:ext uri="{FF2B5EF4-FFF2-40B4-BE49-F238E27FC236}">
                <a16:creationId xmlns:a16="http://schemas.microsoft.com/office/drawing/2014/main" id="{5CE57BA6-6E29-42E6-B78A-ED8FFEC4C2F4}"/>
              </a:ext>
            </a:extLst>
          </p:cNvPr>
          <p:cNvSpPr>
            <a:spLocks xmlns:a="http://schemas.openxmlformats.org/drawingml/2006/main"/>
          </p:cNvSpPr>
          <p:nvPr/>
        </p:nvSpPr>
        <p:spPr>
          <a:xfrm xmlns:a="http://schemas.openxmlformats.org/drawingml/2006/main" flipH="0" flipV="0">
            <a:off x="756000" y="468000"/>
            <a:ext cx="0" cy="180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26" name="line-40">
            <a:extLst xmlns:a="http://schemas.openxmlformats.org/drawingml/2006/main">
              <a:ext uri="{FF2B5EF4-FFF2-40B4-BE49-F238E27FC236}">
                <a16:creationId xmlns:a16="http://schemas.microsoft.com/office/drawing/2014/main" id="{23779162-9439-4B38-AE3B-A715F30F2174}"/>
              </a:ext>
            </a:extLst>
          </p:cNvPr>
          <p:cNvSpPr>
            <a:spLocks xmlns:a="http://schemas.openxmlformats.org/drawingml/2006/main"/>
          </p:cNvSpPr>
          <p:nvPr/>
        </p:nvSpPr>
        <p:spPr>
          <a:xfrm xmlns:a="http://schemas.openxmlformats.org/drawingml/2006/main" flipH="0" flipV="0">
            <a:off x="2232000" y="468000"/>
            <a:ext cx="0" cy="180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27" name="line-41">
            <a:extLst xmlns:a="http://schemas.openxmlformats.org/drawingml/2006/main">
              <a:ext uri="{FF2B5EF4-FFF2-40B4-BE49-F238E27FC236}">
                <a16:creationId xmlns:a16="http://schemas.microsoft.com/office/drawing/2014/main" id="{CB62AB6A-3E2C-408B-AF8C-9B39B529480B}"/>
              </a:ext>
            </a:extLst>
          </p:cNvPr>
          <p:cNvSpPr>
            <a:spLocks xmlns:a="http://schemas.openxmlformats.org/drawingml/2006/main"/>
          </p:cNvSpPr>
          <p:nvPr/>
        </p:nvSpPr>
        <p:spPr>
          <a:xfrm xmlns:a="http://schemas.openxmlformats.org/drawingml/2006/main" flipH="0" flipV="0">
            <a:off x="756000" y="648000"/>
            <a:ext cx="1476000" cy="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28" name="line-42">
            <a:extLst xmlns:a="http://schemas.openxmlformats.org/drawingml/2006/main">
              <a:ext uri="{FF2B5EF4-FFF2-40B4-BE49-F238E27FC236}">
                <a16:creationId xmlns:a16="http://schemas.microsoft.com/office/drawing/2014/main" id="{5FC9690A-6335-4649-BFF8-D8004B41EC5D}"/>
              </a:ext>
            </a:extLst>
          </p:cNvPr>
          <p:cNvSpPr>
            <a:spLocks xmlns:a="http://schemas.openxmlformats.org/drawingml/2006/main"/>
          </p:cNvSpPr>
          <p:nvPr/>
        </p:nvSpPr>
        <p:spPr>
          <a:xfrm xmlns:a="http://schemas.openxmlformats.org/drawingml/2006/main" flipH="0" flipV="0">
            <a:off x="1548000" y="648000"/>
            <a:ext cx="0" cy="216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tailEnd type="triangle" w="sm" len="sm"/>
          </a:ln>
        </p:spPr>
      </p:sp>
      <p:sp>
        <p:nvSpPr>
          <p:cNvPr id="29" name="line-43">
            <a:extLst xmlns:a="http://schemas.openxmlformats.org/drawingml/2006/main">
              <a:ext uri="{FF2B5EF4-FFF2-40B4-BE49-F238E27FC236}">
                <a16:creationId xmlns:a16="http://schemas.microsoft.com/office/drawing/2014/main" id="{2C5C061E-27CA-4026-B1A5-AA5853FE34F4}"/>
              </a:ext>
            </a:extLst>
          </p:cNvPr>
          <p:cNvSpPr>
            <a:spLocks xmlns:a="http://schemas.openxmlformats.org/drawingml/2006/main"/>
          </p:cNvSpPr>
          <p:nvPr/>
        </p:nvSpPr>
        <p:spPr>
          <a:xfrm xmlns:a="http://schemas.openxmlformats.org/drawingml/2006/main" flipH="0" flipV="0">
            <a:off x="3996000" y="468000"/>
            <a:ext cx="0" cy="180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30" name="line-44">
            <a:extLst xmlns:a="http://schemas.openxmlformats.org/drawingml/2006/main">
              <a:ext uri="{FF2B5EF4-FFF2-40B4-BE49-F238E27FC236}">
                <a16:creationId xmlns:a16="http://schemas.microsoft.com/office/drawing/2014/main" id="{D60C0050-8CD3-477C-9592-7C480DD65846}"/>
              </a:ext>
            </a:extLst>
          </p:cNvPr>
          <p:cNvSpPr>
            <a:spLocks xmlns:a="http://schemas.openxmlformats.org/drawingml/2006/main"/>
          </p:cNvSpPr>
          <p:nvPr/>
        </p:nvSpPr>
        <p:spPr>
          <a:xfrm xmlns:a="http://schemas.openxmlformats.org/drawingml/2006/main" flipH="0" flipV="0">
            <a:off x="5472000" y="468000"/>
            <a:ext cx="0" cy="180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31" name="line-45">
            <a:extLst xmlns:a="http://schemas.openxmlformats.org/drawingml/2006/main">
              <a:ext uri="{FF2B5EF4-FFF2-40B4-BE49-F238E27FC236}">
                <a16:creationId xmlns:a16="http://schemas.microsoft.com/office/drawing/2014/main" id="{39FD589A-FED4-4E82-A8EA-22FDF4B5738A}"/>
              </a:ext>
            </a:extLst>
          </p:cNvPr>
          <p:cNvSpPr>
            <a:spLocks xmlns:a="http://schemas.openxmlformats.org/drawingml/2006/main"/>
          </p:cNvSpPr>
          <p:nvPr/>
        </p:nvSpPr>
        <p:spPr>
          <a:xfrm xmlns:a="http://schemas.openxmlformats.org/drawingml/2006/main" flipH="0" flipV="0">
            <a:off x="3996000" y="648000"/>
            <a:ext cx="1476000" cy="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32" name="line-46">
            <a:extLst xmlns:a="http://schemas.openxmlformats.org/drawingml/2006/main">
              <a:ext uri="{FF2B5EF4-FFF2-40B4-BE49-F238E27FC236}">
                <a16:creationId xmlns:a16="http://schemas.microsoft.com/office/drawing/2014/main" id="{72BE4540-0D42-48DB-9869-8002ECB328B4}"/>
              </a:ext>
            </a:extLst>
          </p:cNvPr>
          <p:cNvSpPr>
            <a:spLocks xmlns:a="http://schemas.openxmlformats.org/drawingml/2006/main"/>
          </p:cNvSpPr>
          <p:nvPr/>
        </p:nvSpPr>
        <p:spPr>
          <a:xfrm xmlns:a="http://schemas.openxmlformats.org/drawingml/2006/main" flipH="0" flipV="0">
            <a:off x="4788000" y="648000"/>
            <a:ext cx="0" cy="216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tailEnd type="triangle" w="sm" len="sm"/>
          </a:ln>
        </p:spPr>
      </p:sp>
      <p:sp>
        <p:nvSpPr>
          <p:cNvPr id="33" name="line-47">
            <a:extLst xmlns:a="http://schemas.openxmlformats.org/drawingml/2006/main">
              <a:ext uri="{FF2B5EF4-FFF2-40B4-BE49-F238E27FC236}">
                <a16:creationId xmlns:a16="http://schemas.microsoft.com/office/drawing/2014/main" id="{37F9DE26-92C4-49BB-B6F0-ED14687E2098}"/>
              </a:ext>
            </a:extLst>
          </p:cNvPr>
          <p:cNvSpPr>
            <a:spLocks xmlns:a="http://schemas.openxmlformats.org/drawingml/2006/main"/>
          </p:cNvSpPr>
          <p:nvPr/>
        </p:nvSpPr>
        <p:spPr>
          <a:xfrm xmlns:a="http://schemas.openxmlformats.org/drawingml/2006/main" flipH="0" flipV="0">
            <a:off x="1548000" y="1512000"/>
            <a:ext cx="0" cy="180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34" name="line-48">
            <a:extLst xmlns:a="http://schemas.openxmlformats.org/drawingml/2006/main">
              <a:ext uri="{FF2B5EF4-FFF2-40B4-BE49-F238E27FC236}">
                <a16:creationId xmlns:a16="http://schemas.microsoft.com/office/drawing/2014/main" id="{BF9608F7-BC5A-4671-97E2-F851F0170450}"/>
              </a:ext>
            </a:extLst>
          </p:cNvPr>
          <p:cNvSpPr>
            <a:spLocks xmlns:a="http://schemas.openxmlformats.org/drawingml/2006/main"/>
          </p:cNvSpPr>
          <p:nvPr/>
        </p:nvSpPr>
        <p:spPr>
          <a:xfrm xmlns:a="http://schemas.openxmlformats.org/drawingml/2006/main" flipH="0" flipV="0">
            <a:off x="1548000" y="1692000"/>
            <a:ext cx="1044000" cy="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35" name="line-49">
            <a:extLst xmlns:a="http://schemas.openxmlformats.org/drawingml/2006/main">
              <a:ext uri="{FF2B5EF4-FFF2-40B4-BE49-F238E27FC236}">
                <a16:creationId xmlns:a16="http://schemas.microsoft.com/office/drawing/2014/main" id="{B4F7944D-709D-42F0-9B53-1969EDD8F4DB}"/>
              </a:ext>
            </a:extLst>
          </p:cNvPr>
          <p:cNvSpPr>
            <a:spLocks xmlns:a="http://schemas.openxmlformats.org/drawingml/2006/main"/>
          </p:cNvSpPr>
          <p:nvPr/>
        </p:nvSpPr>
        <p:spPr>
          <a:xfrm xmlns:a="http://schemas.openxmlformats.org/drawingml/2006/main" flipH="0" flipV="0">
            <a:off x="2592000" y="1692000"/>
            <a:ext cx="0" cy="216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tailEnd type="triangle" w="sm" len="sm"/>
          </a:ln>
        </p:spPr>
      </p:sp>
      <p:sp>
        <p:nvSpPr>
          <p:cNvPr id="36" name="eq-link-m">
            <a:extLst xmlns:a="http://schemas.openxmlformats.org/drawingml/2006/main">
              <a:ext uri="{FF2B5EF4-FFF2-40B4-BE49-F238E27FC236}">
                <a16:creationId xmlns:a16="http://schemas.microsoft.com/office/drawing/2014/main" id="{C24E6CEF-42EA-4683-AEA7-9A609B9C4C43}"/>
              </a:ext>
            </a:extLst>
          </p:cNvPr>
          <p:cNvSpPr>
            <a:spLocks xmlns:a="http://schemas.openxmlformats.org/drawingml/2006/main"/>
          </p:cNvSpPr>
          <p:nvPr/>
        </p:nvSpPr>
        <p:spPr>
          <a:xfrm xmlns:a="http://schemas.openxmlformats.org/drawingml/2006/main">
            <a:off x="1872000" y="1530000"/>
            <a:ext cx="432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0">
                <a:solidFill>
                  <a:srgbClr val="1F2A30"/>
                </a:solidFill>
                <a:latin typeface="Arial"/>
                <a:ea typeface="Arial"/>
                <a:cs typeface="Arial"/>
              </a:defRPr>
            </a:pPr>
            <a:r>
              <a:rPr sz="900" b="0" i="1">
                <a:solidFill>
                  <a:srgbClr val="1F2A30"/>
                </a:solidFill>
                <a:latin typeface="Arial"/>
                <a:ea typeface="Arial"/>
                <a:cs typeface="Arial"/>
              </a:rPr>
              <a:t>C</a:t>
            </a:r>
            <a:r>
              <a:rPr sz="900" b="0" i="0" baseline="-25000">
                <a:solidFill>
                  <a:srgbClr val="1F2A30"/>
                </a:solidFill>
                <a:latin typeface="Arial"/>
                <a:ea typeface="Arial"/>
                <a:cs typeface="Arial"/>
              </a:rPr>
              <a:t>m</a:t>
            </a:r>
          </a:p>
        </p:txBody>
      </p:sp>
      <p:sp>
        <p:nvSpPr>
          <p:cNvPr id="37" name="line-50">
            <a:extLst xmlns:a="http://schemas.openxmlformats.org/drawingml/2006/main">
              <a:ext uri="{FF2B5EF4-FFF2-40B4-BE49-F238E27FC236}">
                <a16:creationId xmlns:a16="http://schemas.microsoft.com/office/drawing/2014/main" id="{BCF2D9FB-1A56-4632-AE1B-491B098A7BC8}"/>
              </a:ext>
            </a:extLst>
          </p:cNvPr>
          <p:cNvSpPr>
            <a:spLocks xmlns:a="http://schemas.openxmlformats.org/drawingml/2006/main"/>
          </p:cNvSpPr>
          <p:nvPr/>
        </p:nvSpPr>
        <p:spPr>
          <a:xfrm xmlns:a="http://schemas.openxmlformats.org/drawingml/2006/main" flipH="0" flipV="0">
            <a:off x="4788000" y="1512000"/>
            <a:ext cx="0" cy="180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38" name="line-51">
            <a:extLst xmlns:a="http://schemas.openxmlformats.org/drawingml/2006/main">
              <a:ext uri="{FF2B5EF4-FFF2-40B4-BE49-F238E27FC236}">
                <a16:creationId xmlns:a16="http://schemas.microsoft.com/office/drawing/2014/main" id="{9FA18413-34EC-44B5-A1B6-8060B142191E}"/>
              </a:ext>
            </a:extLst>
          </p:cNvPr>
          <p:cNvSpPr>
            <a:spLocks xmlns:a="http://schemas.openxmlformats.org/drawingml/2006/main"/>
          </p:cNvSpPr>
          <p:nvPr/>
        </p:nvSpPr>
        <p:spPr>
          <a:xfrm xmlns:a="http://schemas.openxmlformats.org/drawingml/2006/main" flipH="1" flipV="0">
            <a:off x="4464000" y="1692000"/>
            <a:ext cx="324000" cy="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39" name="line-52">
            <a:extLst xmlns:a="http://schemas.openxmlformats.org/drawingml/2006/main">
              <a:ext uri="{FF2B5EF4-FFF2-40B4-BE49-F238E27FC236}">
                <a16:creationId xmlns:a16="http://schemas.microsoft.com/office/drawing/2014/main" id="{85FC393F-B78E-470B-95C9-E5AA430B068C}"/>
              </a:ext>
            </a:extLst>
          </p:cNvPr>
          <p:cNvSpPr>
            <a:spLocks xmlns:a="http://schemas.openxmlformats.org/drawingml/2006/main"/>
          </p:cNvSpPr>
          <p:nvPr/>
        </p:nvSpPr>
        <p:spPr>
          <a:xfrm xmlns:a="http://schemas.openxmlformats.org/drawingml/2006/main" flipH="0" flipV="0">
            <a:off x="4464000" y="1692000"/>
            <a:ext cx="0" cy="216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tailEnd type="triangle" w="sm" len="sm"/>
          </a:ln>
        </p:spPr>
      </p:sp>
      <p:sp>
        <p:nvSpPr>
          <p:cNvPr id="40" name="eq-link-p">
            <a:extLst xmlns:a="http://schemas.openxmlformats.org/drawingml/2006/main">
              <a:ext uri="{FF2B5EF4-FFF2-40B4-BE49-F238E27FC236}">
                <a16:creationId xmlns:a16="http://schemas.microsoft.com/office/drawing/2014/main" id="{F4FB53FD-2B20-482F-B0D7-44F81DE501F9}"/>
              </a:ext>
            </a:extLst>
          </p:cNvPr>
          <p:cNvSpPr>
            <a:spLocks xmlns:a="http://schemas.openxmlformats.org/drawingml/2006/main"/>
          </p:cNvSpPr>
          <p:nvPr/>
        </p:nvSpPr>
        <p:spPr>
          <a:xfrm xmlns:a="http://schemas.openxmlformats.org/drawingml/2006/main">
            <a:off x="4176000" y="1530000"/>
            <a:ext cx="432000" cy="14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0">
                <a:solidFill>
                  <a:srgbClr val="1F2A30"/>
                </a:solidFill>
                <a:latin typeface="Arial"/>
                <a:ea typeface="Arial"/>
                <a:cs typeface="Arial"/>
              </a:defRPr>
            </a:pPr>
            <a:r>
              <a:rPr sz="900" b="0" i="1">
                <a:solidFill>
                  <a:srgbClr val="1F2A30"/>
                </a:solidFill>
                <a:latin typeface="Arial"/>
                <a:ea typeface="Arial"/>
                <a:cs typeface="Arial"/>
              </a:rPr>
              <a:t>C</a:t>
            </a:r>
            <a:r>
              <a:rPr sz="900" b="0" i="0" baseline="-25000">
                <a:solidFill>
                  <a:srgbClr val="1F2A30"/>
                </a:solidFill>
                <a:latin typeface="Arial"/>
                <a:ea typeface="Arial"/>
                <a:cs typeface="Arial"/>
              </a:rPr>
              <a:t>p</a:t>
            </a:r>
          </a:p>
        </p:txBody>
      </p:sp>
      <p:sp>
        <p:nvSpPr>
          <p:cNvPr id="41" name="line-53">
            <a:extLst xmlns:a="http://schemas.openxmlformats.org/drawingml/2006/main">
              <a:ext uri="{FF2B5EF4-FFF2-40B4-BE49-F238E27FC236}">
                <a16:creationId xmlns:a16="http://schemas.microsoft.com/office/drawing/2014/main" id="{9645F177-84A0-42FF-9EA1-73A5F9AB08B6}"/>
              </a:ext>
            </a:extLst>
          </p:cNvPr>
          <p:cNvSpPr>
            <a:spLocks xmlns:a="http://schemas.openxmlformats.org/drawingml/2006/main"/>
          </p:cNvSpPr>
          <p:nvPr/>
        </p:nvSpPr>
        <p:spPr>
          <a:xfrm xmlns:a="http://schemas.openxmlformats.org/drawingml/2006/main" flipH="0" flipV="0">
            <a:off x="6084000" y="306000"/>
            <a:ext cx="198000" cy="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42" name="line-54">
            <a:extLst xmlns:a="http://schemas.openxmlformats.org/drawingml/2006/main">
              <a:ext uri="{FF2B5EF4-FFF2-40B4-BE49-F238E27FC236}">
                <a16:creationId xmlns:a16="http://schemas.microsoft.com/office/drawing/2014/main" id="{CC2AC48C-58D2-4F8D-B53D-957B2D45B92F}"/>
              </a:ext>
            </a:extLst>
          </p:cNvPr>
          <p:cNvSpPr>
            <a:spLocks xmlns:a="http://schemas.openxmlformats.org/drawingml/2006/main"/>
          </p:cNvSpPr>
          <p:nvPr/>
        </p:nvSpPr>
        <p:spPr>
          <a:xfrm xmlns:a="http://schemas.openxmlformats.org/drawingml/2006/main" flipH="0" flipV="0">
            <a:off x="6282000" y="306000"/>
            <a:ext cx="0" cy="1962000"/>
          </a:xfrm>
          <a:prstGeom xmlns:a="http://schemas.openxmlformats.org/drawingml/2006/main" prst="line">
            <a:avLst/>
          </a:prstGeom>
          <a:noFill xmlns:a="http://schemas.openxmlformats.org/drawingml/2006/main"/>
          <a:ln xmlns:a="http://schemas.openxmlformats.org/drawingml/2006/main" w="8890">
            <a:solidFill>
              <a:srgbClr val="1F2A30"/>
            </a:solidFill>
            <a:prstDash val="solid"/>
          </a:ln>
        </p:spPr>
      </p:sp>
      <p:sp>
        <p:nvSpPr>
          <p:cNvPr id="43" name="line-55">
            <a:extLst xmlns:a="http://schemas.openxmlformats.org/drawingml/2006/main">
              <a:ext uri="{FF2B5EF4-FFF2-40B4-BE49-F238E27FC236}">
                <a16:creationId xmlns:a16="http://schemas.microsoft.com/office/drawing/2014/main" id="{1BAAE107-F108-4599-ABB4-30A9C23501D8}"/>
              </a:ext>
            </a:extLst>
          </p:cNvPr>
          <p:cNvSpPr>
            <a:spLocks xmlns:a="http://schemas.openxmlformats.org/drawingml/2006/main"/>
          </p:cNvSpPr>
          <p:nvPr/>
        </p:nvSpPr>
        <p:spPr>
          <a:xfrm xmlns:a="http://schemas.openxmlformats.org/drawingml/2006/main" flipH="1" flipV="0">
            <a:off x="5328000" y="2268000"/>
            <a:ext cx="954000" cy="0"/>
          </a:xfrm>
          <a:prstGeom xmlns:a="http://schemas.openxmlformats.org/drawingml/2006/main" prst="line">
            <a:avLst/>
          </a:prstGeom>
          <a:noFill xmlns:a="http://schemas.openxmlformats.org/drawingml/2006/main"/>
          <a:ln xmlns:a="http://schemas.openxmlformats.org/drawingml/2006/main" w="8890">
            <a:solidFill>
              <a:srgbClr val="1F2A30"/>
            </a:solidFill>
            <a:prstDash val="solid"/>
            <a:tailEnd type="triangle" w="sm" len="sm"/>
          </a:ln>
        </p:spPr>
      </p:sp>
      <p:sp>
        <p:nvSpPr>
          <p:cNvPr id="44" name="eq-margin">
            <a:extLst xmlns:a="http://schemas.openxmlformats.org/drawingml/2006/main">
              <a:ext uri="{FF2B5EF4-FFF2-40B4-BE49-F238E27FC236}">
                <a16:creationId xmlns:a16="http://schemas.microsoft.com/office/drawing/2014/main" id="{C7B077C6-0CD7-498C-BA9D-7E1AEE6202CD}"/>
              </a:ext>
            </a:extLst>
          </p:cNvPr>
          <p:cNvSpPr>
            <a:spLocks xmlns:a="http://schemas.openxmlformats.org/drawingml/2006/main"/>
          </p:cNvSpPr>
          <p:nvPr/>
        </p:nvSpPr>
        <p:spPr>
          <a:xfrm xmlns:a="http://schemas.openxmlformats.org/drawingml/2006/main">
            <a:off x="5724000" y="2070000"/>
            <a:ext cx="3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000" b="0">
                <a:solidFill>
                  <a:srgbClr val="1F2A30"/>
                </a:solidFill>
                <a:latin typeface="Arial"/>
                <a:ea typeface="Arial"/>
                <a:cs typeface="Arial"/>
              </a:defRPr>
            </a:pPr>
            <a:r>
              <a:rPr sz="1000" b="0" i="1">
                <a:solidFill>
                  <a:srgbClr val="1F2A30"/>
                </a:solidFill>
                <a:latin typeface="Arial"/>
                <a:ea typeface="Arial"/>
                <a:cs typeface="Arial"/>
              </a:rPr>
              <a:t>m</a:t>
            </a:r>
          </a:p>
        </p:txBody>
      </p:sp>
    </p:spTree>
    <p:extLst>
      <p:ext uri="{BB962C8B-B14F-4D97-AF65-F5344CB8AC3E}">
        <p14:creationId xmlns:p14="http://schemas.microsoft.com/office/powerpoint/2010/main" val="7114153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COMET</dc:creator>
  <lastModifiedBy>COMET</lastModifiedBy>
  <dc:title>Presentation</dc:title>
  <dcterms:created xsi:type="dcterms:W3CDTF">2026-09-12T12:46:10.5800000Z</dcterms:created>
  <dcterms:modified xsi:type="dcterms:W3CDTF">2026-09-12T12:46:10.5800000Z</dcterms:modified>
</coreProperties>
</file>
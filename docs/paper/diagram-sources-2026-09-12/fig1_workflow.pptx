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e8f2c854604afc" /><Relationship Type="http://schemas.openxmlformats.org/officeDocument/2006/relationships/extended-properties" Target="/docProps/app.xml" Id="R46c550726cec46a3" /><Relationship Type="http://schemas.openxmlformats.org/officeDocument/2006/relationships/officeDocument" Target="/ppt/presentation.xml" Id="R93fe7daf69024c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33307101184305"/>
  </p:sldMasterIdLst>
  <p:notesMasterIdLst>
    <p:notesMasterId xmlns:r="http://schemas.openxmlformats.org/officeDocument/2006/relationships" r:id="Rcca5e6a72e364f23"/>
  </p:notesMasterIdLst>
  <p:sldIdLst>
    <p:sldId xmlns:r="http://schemas.openxmlformats.org/officeDocument/2006/relationships" id="256" r:id="R6d6ce3f455184599"/>
    <p:sldId xmlns:r="http://schemas.openxmlformats.org/officeDocument/2006/relationships" id="257" r:id="Rc6db2b9378f940be"/>
  </p:sldIdLst>
  <p:sldSz cx="6408000" cy="36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90238db1fe493a" /><Relationship Type="http://schemas.openxmlformats.org/officeDocument/2006/relationships/slideMaster" Target="/ppt/slideMasters/slideMaster1.xml" Id="R2333307101184305" /><Relationship Type="http://schemas.openxmlformats.org/officeDocument/2006/relationships/notesMaster" Target="/ppt/notesMasters/notesMaster1.xml" Id="Rcca5e6a72e364f23" /><Relationship Type="http://schemas.openxmlformats.org/officeDocument/2006/relationships/presProps" Target="/ppt/presProps.xml" Id="R0d5556b0e0584675" /><Relationship Type="http://schemas.openxmlformats.org/officeDocument/2006/relationships/tableStyles" Target="/ppt/tableStyles.xml" Id="R1bf81e1831f14db2" /><Relationship Type="http://schemas.openxmlformats.org/officeDocument/2006/relationships/slide" Target="/ppt/slides/slide1.xml" Id="R6d6ce3f455184599" /><Relationship Type="http://schemas.openxmlformats.org/officeDocument/2006/relationships/slide" Target="/ppt/slides/slide2.xml" Id="Rc6db2b9378f940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55fbb0cb7f40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1a6bc3ee5b4b60" /><Relationship Type="http://schemas.openxmlformats.org/officeDocument/2006/relationships/notesMaster" Target="/ppt/notesMasters/notesMaster1.xml" Id="R7c90c6d3013944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1b00a27b314781" /><Relationship Type="http://schemas.openxmlformats.org/officeDocument/2006/relationships/notesMaster" Target="/ppt/notesMasters/notesMaster1.xml" Id="Re912dab625bb42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COMET Figure 1. Stage artwork reused from fig1_workflow_stack_raw_chatgpt.png, generated with ChatGPT (OpenAI), September 10, 2026. See fig1_workflow_stack.provenance.md. Labels and layout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COMET Figure 1. Stage artwork reused from fig1_workflow_stack_raw_chatgpt.png, generated with ChatGPT (OpenAI), September 10, 2026. See fig1_workflow_stack.provenance.md. Labels and layout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78f6196b64d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d8176a18444b30" /><Relationship Type="http://schemas.openxmlformats.org/officeDocument/2006/relationships/slideLayout" Target="/ppt/slideLayouts/slideLayout1.xml" Id="R0492c81a16c24c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92c81a16c24c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45067f8d44ac7" /><Relationship Type="http://schemas.openxmlformats.org/officeDocument/2006/relationships/image" Target="/ppt/media/image.png" Id="R0f47924bc4e645a7" /><Relationship Type="http://schemas.openxmlformats.org/officeDocument/2006/relationships/image" Target="/ppt/media/image2.png" Id="R5e2b15e24b9e4fcd" /><Relationship Type="http://schemas.openxmlformats.org/officeDocument/2006/relationships/image" Target="/ppt/media/image3.png" Id="R5951ac0a69e84cdb" /><Relationship Type="http://schemas.openxmlformats.org/officeDocument/2006/relationships/image" Target="/ppt/media/image4.png" Id="R09fc474d28db4333" /><Relationship Type="http://schemas.openxmlformats.org/officeDocument/2006/relationships/image" Target="/ppt/media/image5.png" Id="Rb484ea58e9a24f94" /><Relationship Type="http://schemas.openxmlformats.org/officeDocument/2006/relationships/notesSlide" Target="/ppt/notesSlides/notesSlide1.xml" Id="Rf2cbd9f5aef643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52a3c2ae748a4" /><Relationship Type="http://schemas.openxmlformats.org/officeDocument/2006/relationships/image" Target="/ppt/media/image6.png" Id="Rb3d0d95d4c7c4e31" /><Relationship Type="http://schemas.openxmlformats.org/officeDocument/2006/relationships/image" Target="/ppt/media/image7.png" Id="Rc5b75ed0a7d34abd" /><Relationship Type="http://schemas.openxmlformats.org/officeDocument/2006/relationships/image" Target="/ppt/media/image8.png" Id="R5df93ef4685b46ea" /><Relationship Type="http://schemas.openxmlformats.org/officeDocument/2006/relationships/image" Target="/ppt/media/image9.png" Id="Rd2f0ad877475480a" /><Relationship Type="http://schemas.openxmlformats.org/officeDocument/2006/relationships/image" Target="/ppt/media/image10.png" Id="R56cb8ddbe9d44661" /><Relationship Type="http://schemas.openxmlformats.org/officeDocument/2006/relationships/notesSlide" Target="/ppt/notesSlides/notesSlide2.xml" Id="R9bdfc360f90b4a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57C9D48-65F4-4FAE-A410-FC0429E2CC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0" y="0"/>
            <a:ext cx="6408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analysis-records">
            <a:extLst xmlns:a="http://schemas.openxmlformats.org/drawingml/2006/main">
              <a:ext uri="{FF2B5EF4-FFF2-40B4-BE49-F238E27FC236}">
                <a16:creationId xmlns:a16="http://schemas.microsoft.com/office/drawing/2014/main" id="{D4293A24-C0C9-4619-BF7C-20375A3B5B7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76000" y="180000"/>
            <a:ext cx="2052000" cy="3240000"/>
          </a:xfrm>
          <a:prstGeom xmlns:a="http://schemas.openxmlformats.org/drawingml/2006/main" prst="roundRect">
            <a:avLst>
              <a:gd name="adj" fmla="val 1404"/>
            </a:avLst>
          </a:prstGeom>
          <a:solidFill xmlns:a="http://schemas.openxmlformats.org/drawingml/2006/main">
            <a:srgbClr val="EAF1F2"/>
          </a:solidFill>
          <a:ln xmlns:a="http://schemas.openxmlformats.org/drawingml/2006/main" w="8890">
            <a:solidFill>
              <a:srgbClr val="1B6F78"/>
            </a:solidFill>
          </a:ln>
        </p:spPr>
      </p:sp>
      <p:sp>
        <p:nvSpPr>
          <p:cNvPr id="3" name="records-heading">
            <a:extLst xmlns:a="http://schemas.openxmlformats.org/drawingml/2006/main">
              <a:ext uri="{FF2B5EF4-FFF2-40B4-BE49-F238E27FC236}">
                <a16:creationId xmlns:a16="http://schemas.microsoft.com/office/drawing/2014/main" id="{B2E04BCC-A1C5-4A39-B97A-5DCD90750C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48000" y="252000"/>
            <a:ext cx="190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1B6F78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6F78"/>
                </a:solidFill>
                <a:latin typeface="Arial"/>
                <a:ea typeface="Arial"/>
                <a:cs typeface="Arial"/>
              </a:rPr>
              <a:t>Analysis records</a:t>
            </a:r>
          </a:p>
        </p:txBody>
      </p:sp>
      <p:sp>
        <p:nvSpPr>
          <p:cNvPr id="4" name="record-0">
            <a:extLst xmlns:a="http://schemas.openxmlformats.org/drawingml/2006/main">
              <a:ext uri="{FF2B5EF4-FFF2-40B4-BE49-F238E27FC236}">
                <a16:creationId xmlns:a16="http://schemas.microsoft.com/office/drawing/2014/main" id="{A3EA64D9-76B3-45CF-9107-2C03E52B57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5940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5" name="record-label-0">
            <a:extLst xmlns:a="http://schemas.openxmlformats.org/drawingml/2006/main">
              <a:ext uri="{FF2B5EF4-FFF2-40B4-BE49-F238E27FC236}">
                <a16:creationId xmlns:a16="http://schemas.microsoft.com/office/drawing/2014/main" id="{E2BBAE83-D763-49D7-B9C2-68EADAC78D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5940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76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Price source and date</a:t>
            </a:r>
          </a:p>
        </p:txBody>
      </p:sp>
      <p:sp>
        <p:nvSpPr>
          <p:cNvPr id="6" name="record-1">
            <a:extLst xmlns:a="http://schemas.openxmlformats.org/drawingml/2006/main">
              <a:ext uri="{FF2B5EF4-FFF2-40B4-BE49-F238E27FC236}">
                <a16:creationId xmlns:a16="http://schemas.microsoft.com/office/drawing/2014/main" id="{139855B6-893E-47BF-9292-D63ED11672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9324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7" name="record-label-1">
            <a:extLst xmlns:a="http://schemas.openxmlformats.org/drawingml/2006/main">
              <a:ext uri="{FF2B5EF4-FFF2-40B4-BE49-F238E27FC236}">
                <a16:creationId xmlns:a16="http://schemas.microsoft.com/office/drawing/2014/main" id="{D4307D94-578D-45A1-953B-ABBE74F4FC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9324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76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Source reliability</a:t>
            </a:r>
          </a:p>
        </p:txBody>
      </p:sp>
      <p:sp>
        <p:nvSpPr>
          <p:cNvPr id="8" name="record-2">
            <a:extLst xmlns:a="http://schemas.openxmlformats.org/drawingml/2006/main">
              <a:ext uri="{FF2B5EF4-FFF2-40B4-BE49-F238E27FC236}">
                <a16:creationId xmlns:a16="http://schemas.microsoft.com/office/drawing/2014/main" id="{25E54860-8710-41B9-B5A9-2D8146CD68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12708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9" name="record-label-2">
            <a:extLst xmlns:a="http://schemas.openxmlformats.org/drawingml/2006/main">
              <a:ext uri="{FF2B5EF4-FFF2-40B4-BE49-F238E27FC236}">
                <a16:creationId xmlns:a16="http://schemas.microsoft.com/office/drawing/2014/main" id="{A9B3E912-413A-40D8-A28C-3A18E579F3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12708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76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Price basis</a:t>
            </a:r>
          </a:p>
        </p:txBody>
      </p:sp>
      <p:sp>
        <p:nvSpPr>
          <p:cNvPr id="10" name="record-3">
            <a:extLst xmlns:a="http://schemas.openxmlformats.org/drawingml/2006/main">
              <a:ext uri="{FF2B5EF4-FFF2-40B4-BE49-F238E27FC236}">
                <a16:creationId xmlns:a16="http://schemas.microsoft.com/office/drawing/2014/main" id="{88B43AE6-02E6-47F1-B832-80F55FDFA8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16092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11" name="record-label-3">
            <a:extLst xmlns:a="http://schemas.openxmlformats.org/drawingml/2006/main">
              <a:ext uri="{FF2B5EF4-FFF2-40B4-BE49-F238E27FC236}">
                <a16:creationId xmlns:a16="http://schemas.microsoft.com/office/drawing/2014/main" id="{A7AA8E5E-28E3-45A5-82D3-9E6F95935C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16092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76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System boundary</a:t>
            </a:r>
          </a:p>
        </p:txBody>
      </p:sp>
      <p:sp>
        <p:nvSpPr>
          <p:cNvPr id="12" name="record-4">
            <a:extLst xmlns:a="http://schemas.openxmlformats.org/drawingml/2006/main">
              <a:ext uri="{FF2B5EF4-FFF2-40B4-BE49-F238E27FC236}">
                <a16:creationId xmlns:a16="http://schemas.microsoft.com/office/drawing/2014/main" id="{A4F1B5DF-24FD-4F82-AC6A-1D951AB9B0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19476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13" name="record-label-4">
            <a:extLst xmlns:a="http://schemas.openxmlformats.org/drawingml/2006/main">
              <a:ext uri="{FF2B5EF4-FFF2-40B4-BE49-F238E27FC236}">
                <a16:creationId xmlns:a16="http://schemas.microsoft.com/office/drawing/2014/main" id="{7B4567D3-0F25-4B67-ADB7-6483C0397FF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19476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76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Functional unit</a:t>
            </a:r>
          </a:p>
        </p:txBody>
      </p:sp>
      <p:sp>
        <p:nvSpPr>
          <p:cNvPr id="14" name="record-5">
            <a:extLst xmlns:a="http://schemas.openxmlformats.org/drawingml/2006/main">
              <a:ext uri="{FF2B5EF4-FFF2-40B4-BE49-F238E27FC236}">
                <a16:creationId xmlns:a16="http://schemas.microsoft.com/office/drawing/2014/main" id="{1595C3C9-4459-49A8-BC31-35008AE882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22860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15" name="record-label-5">
            <a:extLst xmlns:a="http://schemas.openxmlformats.org/drawingml/2006/main">
              <a:ext uri="{FF2B5EF4-FFF2-40B4-BE49-F238E27FC236}">
                <a16:creationId xmlns:a16="http://schemas.microsoft.com/office/drawing/2014/main" id="{7D79F11B-B637-46A7-BB1C-0BCC53620C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22860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76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Inventory coverage</a:t>
            </a:r>
          </a:p>
        </p:txBody>
      </p:sp>
      <p:sp>
        <p:nvSpPr>
          <p:cNvPr id="16" name="record-6">
            <a:extLst xmlns:a="http://schemas.openxmlformats.org/drawingml/2006/main">
              <a:ext uri="{FF2B5EF4-FFF2-40B4-BE49-F238E27FC236}">
                <a16:creationId xmlns:a16="http://schemas.microsoft.com/office/drawing/2014/main" id="{13F02DE7-4EDC-47B5-A200-EE658FAC6B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26244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17" name="record-label-6">
            <a:extLst xmlns:a="http://schemas.openxmlformats.org/drawingml/2006/main">
              <a:ext uri="{FF2B5EF4-FFF2-40B4-BE49-F238E27FC236}">
                <a16:creationId xmlns:a16="http://schemas.microsoft.com/office/drawing/2014/main" id="{A8177220-EBB4-43D9-A578-B634D3B7E5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26244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76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File checksums</a:t>
            </a:r>
          </a:p>
        </p:txBody>
      </p:sp>
      <p:sp>
        <p:nvSpPr>
          <p:cNvPr id="18" name="record-7">
            <a:extLst xmlns:a="http://schemas.openxmlformats.org/drawingml/2006/main">
              <a:ext uri="{FF2B5EF4-FFF2-40B4-BE49-F238E27FC236}">
                <a16:creationId xmlns:a16="http://schemas.microsoft.com/office/drawing/2014/main" id="{2A30B8EE-E620-46C8-B5EC-86EB7561DF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29628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19" name="record-label-7">
            <a:extLst xmlns:a="http://schemas.openxmlformats.org/drawingml/2006/main">
              <a:ext uri="{FF2B5EF4-FFF2-40B4-BE49-F238E27FC236}">
                <a16:creationId xmlns:a16="http://schemas.microsoft.com/office/drawing/2014/main" id="{20DDFC62-B776-475D-8EB9-B7E4FC0D32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29628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76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Software version and random seed</a:t>
            </a:r>
          </a:p>
        </p:txBody>
      </p:sp>
      <p:sp>
        <p:nvSpPr>
          <p:cNvPr id="20" name="stage-0">
            <a:extLst xmlns:a="http://schemas.openxmlformats.org/drawingml/2006/main">
              <a:ext uri="{FF2B5EF4-FFF2-40B4-BE49-F238E27FC236}">
                <a16:creationId xmlns:a16="http://schemas.microsoft.com/office/drawing/2014/main" id="{A147FE0D-EA2F-4803-BD8B-E23002461C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00" y="252000"/>
            <a:ext cx="3528000" cy="468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8890">
            <a:solidFill>
              <a:srgbClr val="C3CBCE"/>
            </a:solidFill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7924bc4e645a7"/>
          <a:stretch xmlns:a="http://schemas.openxmlformats.org/drawingml/2006/main"/>
        </p:blipFill>
        <p:spPr>
          <a:xfrm xmlns:a="http://schemas.openxmlformats.org/drawingml/2006/main">
            <a:off x="364938" y="279000"/>
            <a:ext cx="710125" cy="414000"/>
          </a:xfrm>
          <a:prstGeom xmlns:a="http://schemas.openxmlformats.org/drawingml/2006/main" prst="rect">
            <a:avLst/>
          </a:prstGeom>
        </p:spPr>
      </p:pic>
      <p:sp>
        <p:nvSpPr>
          <p:cNvPr id="22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CD1A39AC-FB1E-4AC1-AE86-8944E64963D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6000" y="252000"/>
            <a:ext cx="2304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Input data</a:t>
            </a:r>
          </a:p>
        </p:txBody>
      </p:sp>
      <p:sp>
        <p:nvSpPr>
          <p:cNvPr id="23" name="line-0">
            <a:extLst xmlns:a="http://schemas.openxmlformats.org/drawingml/2006/main">
              <a:ext uri="{FF2B5EF4-FFF2-40B4-BE49-F238E27FC236}">
                <a16:creationId xmlns:a16="http://schemas.microsoft.com/office/drawing/2014/main" id="{142326C8-BD73-471D-9C86-96A1848678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726000" y="486000"/>
            <a:ext cx="43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ysDot"/>
          </a:ln>
        </p:spPr>
      </p:sp>
      <p:sp>
        <p:nvSpPr>
          <p:cNvPr id="24" name="line-1">
            <a:extLst xmlns:a="http://schemas.openxmlformats.org/drawingml/2006/main">
              <a:ext uri="{FF2B5EF4-FFF2-40B4-BE49-F238E27FC236}">
                <a16:creationId xmlns:a16="http://schemas.microsoft.com/office/drawing/2014/main" id="{D384D7B4-FE7C-49D3-AA1E-52AC2543FF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944000" y="734400"/>
            <a:ext cx="0" cy="151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25" name="stage-1">
            <a:extLst xmlns:a="http://schemas.openxmlformats.org/drawingml/2006/main">
              <a:ext uri="{FF2B5EF4-FFF2-40B4-BE49-F238E27FC236}">
                <a16:creationId xmlns:a16="http://schemas.microsoft.com/office/drawing/2014/main" id="{FEEEE10A-27B7-4136-9F53-DCCD30815D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00" y="900000"/>
            <a:ext cx="3528000" cy="468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8890">
            <a:solidFill>
              <a:srgbClr val="C3CBCE"/>
            </a:solidFill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b15e24b9e4fcd"/>
          <a:stretch xmlns:a="http://schemas.openxmlformats.org/drawingml/2006/main"/>
        </p:blipFill>
        <p:spPr>
          <a:xfrm xmlns:a="http://schemas.openxmlformats.org/drawingml/2006/main">
            <a:off x="387420" y="927000"/>
            <a:ext cx="665160" cy="414000"/>
          </a:xfrm>
          <a:prstGeom xmlns:a="http://schemas.openxmlformats.org/drawingml/2006/main" prst="rect">
            <a:avLst/>
          </a:prstGeom>
        </p:spPr>
      </p:pic>
      <p:sp>
        <p:nvSpPr>
          <p:cNvPr id="27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04CAA33E-F82E-4DAC-8BBE-2A4DE44A201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6000" y="900000"/>
            <a:ext cx="2304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Price basis</a:t>
            </a:r>
          </a:p>
        </p:txBody>
      </p:sp>
      <p:sp>
        <p:nvSpPr>
          <p:cNvPr id="28" name="line-2">
            <a:extLst xmlns:a="http://schemas.openxmlformats.org/drawingml/2006/main">
              <a:ext uri="{FF2B5EF4-FFF2-40B4-BE49-F238E27FC236}">
                <a16:creationId xmlns:a16="http://schemas.microsoft.com/office/drawing/2014/main" id="{D9144AC7-C989-4075-A6E0-E549906722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726000" y="1134000"/>
            <a:ext cx="43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ysDot"/>
          </a:ln>
        </p:spPr>
      </p:sp>
      <p:sp>
        <p:nvSpPr>
          <p:cNvPr id="29" name="line-3">
            <a:extLst xmlns:a="http://schemas.openxmlformats.org/drawingml/2006/main">
              <a:ext uri="{FF2B5EF4-FFF2-40B4-BE49-F238E27FC236}">
                <a16:creationId xmlns:a16="http://schemas.microsoft.com/office/drawing/2014/main" id="{CBFF6CB9-CA8C-463F-8EBF-178FB9893B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944000" y="1382400"/>
            <a:ext cx="0" cy="151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30" name="stage-2">
            <a:extLst xmlns:a="http://schemas.openxmlformats.org/drawingml/2006/main">
              <a:ext uri="{FF2B5EF4-FFF2-40B4-BE49-F238E27FC236}">
                <a16:creationId xmlns:a16="http://schemas.microsoft.com/office/drawing/2014/main" id="{0ECEA6F4-3F82-4392-ADFC-B42C4CA141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00" y="1548000"/>
            <a:ext cx="3528000" cy="468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8890">
            <a:solidFill>
              <a:srgbClr val="C3CBCE"/>
            </a:solidFill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1ac0a69e84cdb"/>
          <a:stretch xmlns:a="http://schemas.openxmlformats.org/drawingml/2006/main"/>
        </p:blipFill>
        <p:spPr>
          <a:xfrm xmlns:a="http://schemas.openxmlformats.org/drawingml/2006/main">
            <a:off x="422769" y="1575000"/>
            <a:ext cx="594462" cy="414000"/>
          </a:xfrm>
          <a:prstGeom xmlns:a="http://schemas.openxmlformats.org/drawingml/2006/main" prst="rect">
            <a:avLst/>
          </a:prstGeom>
        </p:spPr>
      </p:pic>
      <p:sp>
        <p:nvSpPr>
          <p:cNvPr id="32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2CD89193-64B5-41E0-A023-6DFBAE05FF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6000" y="1548000"/>
            <a:ext cx="2304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Cost estimation</a:t>
            </a:r>
          </a:p>
        </p:txBody>
      </p:sp>
      <p:sp>
        <p:nvSpPr>
          <p:cNvPr id="33" name="line-4">
            <a:extLst xmlns:a="http://schemas.openxmlformats.org/drawingml/2006/main">
              <a:ext uri="{FF2B5EF4-FFF2-40B4-BE49-F238E27FC236}">
                <a16:creationId xmlns:a16="http://schemas.microsoft.com/office/drawing/2014/main" id="{CAD945E1-2597-4F0F-9895-8DFC6A2D7C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726000" y="1782000"/>
            <a:ext cx="43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ysDot"/>
          </a:ln>
        </p:spPr>
      </p:sp>
      <p:sp>
        <p:nvSpPr>
          <p:cNvPr id="34" name="line-5">
            <a:extLst xmlns:a="http://schemas.openxmlformats.org/drawingml/2006/main">
              <a:ext uri="{FF2B5EF4-FFF2-40B4-BE49-F238E27FC236}">
                <a16:creationId xmlns:a16="http://schemas.microsoft.com/office/drawing/2014/main" id="{C0D61810-1887-4F3F-96B4-4820419FC1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944000" y="2030400"/>
            <a:ext cx="0" cy="151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35" name="stage-3">
            <a:extLst xmlns:a="http://schemas.openxmlformats.org/drawingml/2006/main">
              <a:ext uri="{FF2B5EF4-FFF2-40B4-BE49-F238E27FC236}">
                <a16:creationId xmlns:a16="http://schemas.microsoft.com/office/drawing/2014/main" id="{348C863E-DC42-4D03-A991-07E84598CD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00" y="2196000"/>
            <a:ext cx="3528000" cy="468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8890">
            <a:solidFill>
              <a:srgbClr val="C3CBCE"/>
            </a:solidFill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c474d28db4333"/>
          <a:stretch xmlns:a="http://schemas.openxmlformats.org/drawingml/2006/main"/>
        </p:blipFill>
        <p:spPr>
          <a:xfrm xmlns:a="http://schemas.openxmlformats.org/drawingml/2006/main">
            <a:off x="396740" y="2223000"/>
            <a:ext cx="646521" cy="414000"/>
          </a:xfrm>
          <a:prstGeom xmlns:a="http://schemas.openxmlformats.org/drawingml/2006/main" prst="rect">
            <a:avLst/>
          </a:prstGeom>
        </p:spPr>
      </p:pic>
      <p:sp>
        <p:nvSpPr>
          <p:cNvPr id="37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704389DA-0A2F-4020-BF00-5F0261A3123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6000" y="2196000"/>
            <a:ext cx="2304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Cost breakdown</a:t>
            </a:r>
          </a:p>
        </p:txBody>
      </p:sp>
      <p:sp>
        <p:nvSpPr>
          <p:cNvPr id="38" name="line-6">
            <a:extLst xmlns:a="http://schemas.openxmlformats.org/drawingml/2006/main">
              <a:ext uri="{FF2B5EF4-FFF2-40B4-BE49-F238E27FC236}">
                <a16:creationId xmlns:a16="http://schemas.microsoft.com/office/drawing/2014/main" id="{5B019D05-FE29-4BC4-86BA-208824EA46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726000" y="2430000"/>
            <a:ext cx="43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ysDot"/>
          </a:ln>
        </p:spPr>
      </p:sp>
      <p:sp>
        <p:nvSpPr>
          <p:cNvPr id="39" name="line-7">
            <a:extLst xmlns:a="http://schemas.openxmlformats.org/drawingml/2006/main">
              <a:ext uri="{FF2B5EF4-FFF2-40B4-BE49-F238E27FC236}">
                <a16:creationId xmlns:a16="http://schemas.microsoft.com/office/drawing/2014/main" id="{9B2C0B25-A889-4385-A5D6-24B8FCD513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944000" y="2678400"/>
            <a:ext cx="0" cy="151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40" name="stage-4">
            <a:extLst xmlns:a="http://schemas.openxmlformats.org/drawingml/2006/main">
              <a:ext uri="{FF2B5EF4-FFF2-40B4-BE49-F238E27FC236}">
                <a16:creationId xmlns:a16="http://schemas.microsoft.com/office/drawing/2014/main" id="{6627247C-0DDE-4EB8-8525-B736373458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00" y="2844000"/>
            <a:ext cx="3528000" cy="468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8890">
            <a:solidFill>
              <a:srgbClr val="C3CBCE"/>
            </a:solidFill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4ea58e9a24f94"/>
          <a:stretch xmlns:a="http://schemas.openxmlformats.org/drawingml/2006/main"/>
        </p:blipFill>
        <p:spPr>
          <a:xfrm xmlns:a="http://schemas.openxmlformats.org/drawingml/2006/main">
            <a:off x="374552" y="2871000"/>
            <a:ext cx="690896" cy="414000"/>
          </a:xfrm>
          <a:prstGeom xmlns:a="http://schemas.openxmlformats.org/drawingml/2006/main" prst="rect">
            <a:avLst/>
          </a:prstGeom>
        </p:spPr>
      </p:pic>
      <p:sp>
        <p:nvSpPr>
          <p:cNvPr id="42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2C07BA51-C13A-45B3-8768-42C87035FE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6000" y="2844000"/>
            <a:ext cx="2304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Candidate ranking</a:t>
            </a:r>
          </a:p>
        </p:txBody>
      </p:sp>
      <p:sp>
        <p:nvSpPr>
          <p:cNvPr id="43" name="line-8">
            <a:extLst xmlns:a="http://schemas.openxmlformats.org/drawingml/2006/main">
              <a:ext uri="{FF2B5EF4-FFF2-40B4-BE49-F238E27FC236}">
                <a16:creationId xmlns:a16="http://schemas.microsoft.com/office/drawing/2014/main" id="{1879AAF8-D5EB-4313-B3C0-BCC85B86D58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726000" y="3078000"/>
            <a:ext cx="43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ysDot"/>
          </a:ln>
        </p:spPr>
      </p:sp>
    </p:spTree>
    <p:extLst>
      <p:ext uri="{BB962C8B-B14F-4D97-AF65-F5344CB8AC3E}">
        <p14:creationId xmlns:p14="http://schemas.microsoft.com/office/powerpoint/2010/main" val="1955353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73EAF93-66C9-4BC3-A1F4-1C65648306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0" y="0"/>
            <a:ext cx="6408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analysis-records">
            <a:extLst xmlns:a="http://schemas.openxmlformats.org/drawingml/2006/main">
              <a:ext uri="{FF2B5EF4-FFF2-40B4-BE49-F238E27FC236}">
                <a16:creationId xmlns:a16="http://schemas.microsoft.com/office/drawing/2014/main" id="{7660ADB5-D9F7-4EC3-8CE2-376B9F08E6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76000" y="180000"/>
            <a:ext cx="2052000" cy="3240000"/>
          </a:xfrm>
          <a:prstGeom xmlns:a="http://schemas.openxmlformats.org/drawingml/2006/main" prst="roundRect">
            <a:avLst>
              <a:gd name="adj" fmla="val 1404"/>
            </a:avLst>
          </a:prstGeom>
          <a:solidFill xmlns:a="http://schemas.openxmlformats.org/drawingml/2006/main">
            <a:srgbClr val="EAF1F2"/>
          </a:solidFill>
          <a:ln xmlns:a="http://schemas.openxmlformats.org/drawingml/2006/main" w="8890">
            <a:solidFill>
              <a:srgbClr val="1B6F78"/>
            </a:solidFill>
          </a:ln>
        </p:spPr>
      </p:sp>
      <p:sp>
        <p:nvSpPr>
          <p:cNvPr id="3" name="records-heading">
            <a:extLst xmlns:a="http://schemas.openxmlformats.org/drawingml/2006/main">
              <a:ext uri="{FF2B5EF4-FFF2-40B4-BE49-F238E27FC236}">
                <a16:creationId xmlns:a16="http://schemas.microsoft.com/office/drawing/2014/main" id="{61B32D2F-E82A-4C83-9D6D-ACB5AA0FB0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48000" y="252000"/>
            <a:ext cx="190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1B6F78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1B6F78"/>
                </a:solidFill>
                <a:latin typeface="Malgun Gothic"/>
                <a:ea typeface="Malgun Gothic"/>
                <a:cs typeface="Malgun Gothic"/>
              </a:rPr>
              <a:t>분석 기록</a:t>
            </a:r>
          </a:p>
        </p:txBody>
      </p:sp>
      <p:sp>
        <p:nvSpPr>
          <p:cNvPr id="4" name="record-0">
            <a:extLst xmlns:a="http://schemas.openxmlformats.org/drawingml/2006/main">
              <a:ext uri="{FF2B5EF4-FFF2-40B4-BE49-F238E27FC236}">
                <a16:creationId xmlns:a16="http://schemas.microsoft.com/office/drawing/2014/main" id="{B2AE05A5-4465-4FE2-BB8F-4C05C2ADC8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5940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5" name="record-label-0">
            <a:extLst xmlns:a="http://schemas.openxmlformats.org/drawingml/2006/main">
              <a:ext uri="{FF2B5EF4-FFF2-40B4-BE49-F238E27FC236}">
                <a16:creationId xmlns:a16="http://schemas.microsoft.com/office/drawing/2014/main" id="{ABF123F8-5783-425E-8B61-642F6A3DF4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5940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가격 출처와 기준일</a:t>
            </a:r>
          </a:p>
        </p:txBody>
      </p:sp>
      <p:sp>
        <p:nvSpPr>
          <p:cNvPr id="6" name="record-1">
            <a:extLst xmlns:a="http://schemas.openxmlformats.org/drawingml/2006/main">
              <a:ext uri="{FF2B5EF4-FFF2-40B4-BE49-F238E27FC236}">
                <a16:creationId xmlns:a16="http://schemas.microsoft.com/office/drawing/2014/main" id="{DD7EC0E8-BE99-4862-A3D6-79A28C5C5D7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9324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7" name="record-label-1">
            <a:extLst xmlns:a="http://schemas.openxmlformats.org/drawingml/2006/main">
              <a:ext uri="{FF2B5EF4-FFF2-40B4-BE49-F238E27FC236}">
                <a16:creationId xmlns:a16="http://schemas.microsoft.com/office/drawing/2014/main" id="{2422D293-1B6F-4686-B6A1-B58FBAF2883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9324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출처 신뢰도</a:t>
            </a:r>
          </a:p>
        </p:txBody>
      </p:sp>
      <p:sp>
        <p:nvSpPr>
          <p:cNvPr id="8" name="record-2">
            <a:extLst xmlns:a="http://schemas.openxmlformats.org/drawingml/2006/main">
              <a:ext uri="{FF2B5EF4-FFF2-40B4-BE49-F238E27FC236}">
                <a16:creationId xmlns:a16="http://schemas.microsoft.com/office/drawing/2014/main" id="{43AA829B-B7C4-4B27-A5C2-D8906DCE6F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12708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9" name="record-label-2">
            <a:extLst xmlns:a="http://schemas.openxmlformats.org/drawingml/2006/main">
              <a:ext uri="{FF2B5EF4-FFF2-40B4-BE49-F238E27FC236}">
                <a16:creationId xmlns:a16="http://schemas.microsoft.com/office/drawing/2014/main" id="{922ED670-34C3-4DE7-B5D2-B71775E7C1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12708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가격 기준</a:t>
            </a:r>
          </a:p>
        </p:txBody>
      </p:sp>
      <p:sp>
        <p:nvSpPr>
          <p:cNvPr id="10" name="record-3">
            <a:extLst xmlns:a="http://schemas.openxmlformats.org/drawingml/2006/main">
              <a:ext uri="{FF2B5EF4-FFF2-40B4-BE49-F238E27FC236}">
                <a16:creationId xmlns:a16="http://schemas.microsoft.com/office/drawing/2014/main" id="{FA3A7126-3474-403C-8C58-7E0E10D786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16092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11" name="record-label-3">
            <a:extLst xmlns:a="http://schemas.openxmlformats.org/drawingml/2006/main">
              <a:ext uri="{FF2B5EF4-FFF2-40B4-BE49-F238E27FC236}">
                <a16:creationId xmlns:a16="http://schemas.microsoft.com/office/drawing/2014/main" id="{A5CCD9B0-086D-450D-8499-F3AE88C4B3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16092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시스템 경계</a:t>
            </a:r>
          </a:p>
        </p:txBody>
      </p:sp>
      <p:sp>
        <p:nvSpPr>
          <p:cNvPr id="12" name="record-4">
            <a:extLst xmlns:a="http://schemas.openxmlformats.org/drawingml/2006/main">
              <a:ext uri="{FF2B5EF4-FFF2-40B4-BE49-F238E27FC236}">
                <a16:creationId xmlns:a16="http://schemas.microsoft.com/office/drawing/2014/main" id="{26B6FC51-3A64-4745-8B81-E7CDF7C0B4A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19476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13" name="record-label-4">
            <a:extLst xmlns:a="http://schemas.openxmlformats.org/drawingml/2006/main">
              <a:ext uri="{FF2B5EF4-FFF2-40B4-BE49-F238E27FC236}">
                <a16:creationId xmlns:a16="http://schemas.microsoft.com/office/drawing/2014/main" id="{A1BC3592-377F-4E3D-92EC-D809771077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19476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기능 단위</a:t>
            </a:r>
          </a:p>
        </p:txBody>
      </p:sp>
      <p:sp>
        <p:nvSpPr>
          <p:cNvPr id="14" name="record-5">
            <a:extLst xmlns:a="http://schemas.openxmlformats.org/drawingml/2006/main">
              <a:ext uri="{FF2B5EF4-FFF2-40B4-BE49-F238E27FC236}">
                <a16:creationId xmlns:a16="http://schemas.microsoft.com/office/drawing/2014/main" id="{B879A72F-2335-40A2-B5BA-9E5A66A570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22860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15" name="record-label-5">
            <a:extLst xmlns:a="http://schemas.openxmlformats.org/drawingml/2006/main">
              <a:ext uri="{FF2B5EF4-FFF2-40B4-BE49-F238E27FC236}">
                <a16:creationId xmlns:a16="http://schemas.microsoft.com/office/drawing/2014/main" id="{BFE1859D-58A1-42EB-A630-25188A551A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22860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환경 목록 반영률</a:t>
            </a:r>
          </a:p>
        </p:txBody>
      </p:sp>
      <p:sp>
        <p:nvSpPr>
          <p:cNvPr id="16" name="record-6">
            <a:extLst xmlns:a="http://schemas.openxmlformats.org/drawingml/2006/main">
              <a:ext uri="{FF2B5EF4-FFF2-40B4-BE49-F238E27FC236}">
                <a16:creationId xmlns:a16="http://schemas.microsoft.com/office/drawing/2014/main" id="{3E853C1D-28C8-4FAB-BBAB-D57EAF3188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26244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17" name="record-label-6">
            <a:extLst xmlns:a="http://schemas.openxmlformats.org/drawingml/2006/main">
              <a:ext uri="{FF2B5EF4-FFF2-40B4-BE49-F238E27FC236}">
                <a16:creationId xmlns:a16="http://schemas.microsoft.com/office/drawing/2014/main" id="{68D53168-6548-4B5F-ABF5-C879867051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26244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파일 체크섬</a:t>
            </a:r>
          </a:p>
        </p:txBody>
      </p:sp>
      <p:sp>
        <p:nvSpPr>
          <p:cNvPr id="18" name="record-7">
            <a:extLst xmlns:a="http://schemas.openxmlformats.org/drawingml/2006/main">
              <a:ext uri="{FF2B5EF4-FFF2-40B4-BE49-F238E27FC236}">
                <a16:creationId xmlns:a16="http://schemas.microsoft.com/office/drawing/2014/main" id="{8DF152DA-0EDB-489C-96CC-505F933820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0000" y="2962800"/>
            <a:ext cx="1764000" cy="2700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3CBCE"/>
            </a:solidFill>
          </a:ln>
        </p:spPr>
      </p:sp>
      <p:sp>
        <p:nvSpPr>
          <p:cNvPr id="19" name="record-label-7">
            <a:extLst xmlns:a="http://schemas.openxmlformats.org/drawingml/2006/main">
              <a:ext uri="{FF2B5EF4-FFF2-40B4-BE49-F238E27FC236}">
                <a16:creationId xmlns:a16="http://schemas.microsoft.com/office/drawing/2014/main" id="{A1442467-E3B7-434A-8823-23C1BD2BA3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56000" y="2962800"/>
            <a:ext cx="169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소프트웨어 버전과 난수 시드</a:t>
            </a:r>
          </a:p>
        </p:txBody>
      </p:sp>
      <p:sp>
        <p:nvSpPr>
          <p:cNvPr id="20" name="stage-0">
            <a:extLst xmlns:a="http://schemas.openxmlformats.org/drawingml/2006/main">
              <a:ext uri="{FF2B5EF4-FFF2-40B4-BE49-F238E27FC236}">
                <a16:creationId xmlns:a16="http://schemas.microsoft.com/office/drawing/2014/main" id="{BB17F639-531E-4834-845E-E5D099901BA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00" y="252000"/>
            <a:ext cx="3528000" cy="468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8890">
            <a:solidFill>
              <a:srgbClr val="C3CBCE"/>
            </a:solidFill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0d95d4c7c4e31"/>
          <a:stretch xmlns:a="http://schemas.openxmlformats.org/drawingml/2006/main"/>
        </p:blipFill>
        <p:spPr>
          <a:xfrm xmlns:a="http://schemas.openxmlformats.org/drawingml/2006/main">
            <a:off x="364938" y="279000"/>
            <a:ext cx="710125" cy="414000"/>
          </a:xfrm>
          <a:prstGeom xmlns:a="http://schemas.openxmlformats.org/drawingml/2006/main" prst="rect">
            <a:avLst/>
          </a:prstGeom>
        </p:spPr>
      </p:pic>
      <p:sp>
        <p:nvSpPr>
          <p:cNvPr id="22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961639DA-42EE-4123-8C11-F46CF957B0C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6000" y="252000"/>
            <a:ext cx="2304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입력 데이터</a:t>
            </a:r>
          </a:p>
        </p:txBody>
      </p:sp>
      <p:sp>
        <p:nvSpPr>
          <p:cNvPr id="23" name="line-9">
            <a:extLst xmlns:a="http://schemas.openxmlformats.org/drawingml/2006/main">
              <a:ext uri="{FF2B5EF4-FFF2-40B4-BE49-F238E27FC236}">
                <a16:creationId xmlns:a16="http://schemas.microsoft.com/office/drawing/2014/main" id="{DC3CBDEF-A4B3-4F64-A203-170E2B3D69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726000" y="486000"/>
            <a:ext cx="43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ysDot"/>
          </a:ln>
        </p:spPr>
      </p:sp>
      <p:sp>
        <p:nvSpPr>
          <p:cNvPr id="24" name="line-10">
            <a:extLst xmlns:a="http://schemas.openxmlformats.org/drawingml/2006/main">
              <a:ext uri="{FF2B5EF4-FFF2-40B4-BE49-F238E27FC236}">
                <a16:creationId xmlns:a16="http://schemas.microsoft.com/office/drawing/2014/main" id="{08437186-7789-4027-8ED4-7309B4809F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944000" y="734400"/>
            <a:ext cx="0" cy="151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25" name="stage-1">
            <a:extLst xmlns:a="http://schemas.openxmlformats.org/drawingml/2006/main">
              <a:ext uri="{FF2B5EF4-FFF2-40B4-BE49-F238E27FC236}">
                <a16:creationId xmlns:a16="http://schemas.microsoft.com/office/drawing/2014/main" id="{6AF15DCA-30BD-49EC-BC93-0FC3B32D66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00" y="900000"/>
            <a:ext cx="3528000" cy="468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8890">
            <a:solidFill>
              <a:srgbClr val="C3CBCE"/>
            </a:solidFill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75ed0a7d34abd"/>
          <a:stretch xmlns:a="http://schemas.openxmlformats.org/drawingml/2006/main"/>
        </p:blipFill>
        <p:spPr>
          <a:xfrm xmlns:a="http://schemas.openxmlformats.org/drawingml/2006/main">
            <a:off x="387420" y="927000"/>
            <a:ext cx="665160" cy="414000"/>
          </a:xfrm>
          <a:prstGeom xmlns:a="http://schemas.openxmlformats.org/drawingml/2006/main" prst="rect">
            <a:avLst/>
          </a:prstGeom>
        </p:spPr>
      </p:pic>
      <p:sp>
        <p:nvSpPr>
          <p:cNvPr id="27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26F80D37-2F63-4D78-9C3A-868B49730C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6000" y="900000"/>
            <a:ext cx="2304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가격 기준</a:t>
            </a:r>
          </a:p>
        </p:txBody>
      </p:sp>
      <p:sp>
        <p:nvSpPr>
          <p:cNvPr id="28" name="line-11">
            <a:extLst xmlns:a="http://schemas.openxmlformats.org/drawingml/2006/main">
              <a:ext uri="{FF2B5EF4-FFF2-40B4-BE49-F238E27FC236}">
                <a16:creationId xmlns:a16="http://schemas.microsoft.com/office/drawing/2014/main" id="{313C200A-8225-4B70-BE67-3336419E57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726000" y="1134000"/>
            <a:ext cx="43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ysDot"/>
          </a:ln>
        </p:spPr>
      </p:sp>
      <p:sp>
        <p:nvSpPr>
          <p:cNvPr id="29" name="line-12">
            <a:extLst xmlns:a="http://schemas.openxmlformats.org/drawingml/2006/main">
              <a:ext uri="{FF2B5EF4-FFF2-40B4-BE49-F238E27FC236}">
                <a16:creationId xmlns:a16="http://schemas.microsoft.com/office/drawing/2014/main" id="{36DBF7E7-4EC8-40A6-B9DF-46CB5ACD159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944000" y="1382400"/>
            <a:ext cx="0" cy="151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30" name="stage-2">
            <a:extLst xmlns:a="http://schemas.openxmlformats.org/drawingml/2006/main">
              <a:ext uri="{FF2B5EF4-FFF2-40B4-BE49-F238E27FC236}">
                <a16:creationId xmlns:a16="http://schemas.microsoft.com/office/drawing/2014/main" id="{934894BD-6FA4-42B8-B9F8-03EBEA39CE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00" y="1548000"/>
            <a:ext cx="3528000" cy="468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8890">
            <a:solidFill>
              <a:srgbClr val="C3CBCE"/>
            </a:solidFill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93ef4685b46ea"/>
          <a:stretch xmlns:a="http://schemas.openxmlformats.org/drawingml/2006/main"/>
        </p:blipFill>
        <p:spPr>
          <a:xfrm xmlns:a="http://schemas.openxmlformats.org/drawingml/2006/main">
            <a:off x="422769" y="1575000"/>
            <a:ext cx="594462" cy="414000"/>
          </a:xfrm>
          <a:prstGeom xmlns:a="http://schemas.openxmlformats.org/drawingml/2006/main" prst="rect">
            <a:avLst/>
          </a:prstGeom>
        </p:spPr>
      </p:pic>
      <p:sp>
        <p:nvSpPr>
          <p:cNvPr id="32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E38E08C3-FA3A-47ED-BB9C-EA1E3018F19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6000" y="1548000"/>
            <a:ext cx="2304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원가 추정</a:t>
            </a:r>
          </a:p>
        </p:txBody>
      </p:sp>
      <p:sp>
        <p:nvSpPr>
          <p:cNvPr id="33" name="line-13">
            <a:extLst xmlns:a="http://schemas.openxmlformats.org/drawingml/2006/main">
              <a:ext uri="{FF2B5EF4-FFF2-40B4-BE49-F238E27FC236}">
                <a16:creationId xmlns:a16="http://schemas.microsoft.com/office/drawing/2014/main" id="{8E59E569-1E2E-4873-9F7A-A2FA929219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726000" y="1782000"/>
            <a:ext cx="43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ysDot"/>
          </a:ln>
        </p:spPr>
      </p:sp>
      <p:sp>
        <p:nvSpPr>
          <p:cNvPr id="34" name="line-14">
            <a:extLst xmlns:a="http://schemas.openxmlformats.org/drawingml/2006/main">
              <a:ext uri="{FF2B5EF4-FFF2-40B4-BE49-F238E27FC236}">
                <a16:creationId xmlns:a16="http://schemas.microsoft.com/office/drawing/2014/main" id="{F5056612-2573-4377-8E4E-33E6A824BD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944000" y="2030400"/>
            <a:ext cx="0" cy="151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35" name="stage-3">
            <a:extLst xmlns:a="http://schemas.openxmlformats.org/drawingml/2006/main">
              <a:ext uri="{FF2B5EF4-FFF2-40B4-BE49-F238E27FC236}">
                <a16:creationId xmlns:a16="http://schemas.microsoft.com/office/drawing/2014/main" id="{5789D6C0-B49A-4113-9ED2-79E4B0C7AB4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00" y="2196000"/>
            <a:ext cx="3528000" cy="468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8890">
            <a:solidFill>
              <a:srgbClr val="C3CBCE"/>
            </a:solidFill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0ad877475480a"/>
          <a:stretch xmlns:a="http://schemas.openxmlformats.org/drawingml/2006/main"/>
        </p:blipFill>
        <p:spPr>
          <a:xfrm xmlns:a="http://schemas.openxmlformats.org/drawingml/2006/main">
            <a:off x="396740" y="2223000"/>
            <a:ext cx="646521" cy="414000"/>
          </a:xfrm>
          <a:prstGeom xmlns:a="http://schemas.openxmlformats.org/drawingml/2006/main" prst="rect">
            <a:avLst/>
          </a:prstGeom>
        </p:spPr>
      </p:pic>
      <p:sp>
        <p:nvSpPr>
          <p:cNvPr id="37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4DA1FD48-D0F6-430C-B444-0B0C08C3BB7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6000" y="2196000"/>
            <a:ext cx="2304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원가 구성</a:t>
            </a:r>
          </a:p>
        </p:txBody>
      </p:sp>
      <p:sp>
        <p:nvSpPr>
          <p:cNvPr id="38" name="line-15">
            <a:extLst xmlns:a="http://schemas.openxmlformats.org/drawingml/2006/main">
              <a:ext uri="{FF2B5EF4-FFF2-40B4-BE49-F238E27FC236}">
                <a16:creationId xmlns:a16="http://schemas.microsoft.com/office/drawing/2014/main" id="{7F67C97D-41B3-410F-81BE-59D521BF2B4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726000" y="2430000"/>
            <a:ext cx="43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ysDot"/>
          </a:ln>
        </p:spPr>
      </p:sp>
      <p:sp>
        <p:nvSpPr>
          <p:cNvPr id="39" name="line-16">
            <a:extLst xmlns:a="http://schemas.openxmlformats.org/drawingml/2006/main">
              <a:ext uri="{FF2B5EF4-FFF2-40B4-BE49-F238E27FC236}">
                <a16:creationId xmlns:a16="http://schemas.microsoft.com/office/drawing/2014/main" id="{FD5D06B6-B925-41FD-93DC-C0E6C567EC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944000" y="2678400"/>
            <a:ext cx="0" cy="151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40" name="stage-4">
            <a:extLst xmlns:a="http://schemas.openxmlformats.org/drawingml/2006/main">
              <a:ext uri="{FF2B5EF4-FFF2-40B4-BE49-F238E27FC236}">
                <a16:creationId xmlns:a16="http://schemas.microsoft.com/office/drawing/2014/main" id="{D2E694C4-FA1C-43E9-826C-0C49B6D3DAC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00" y="2844000"/>
            <a:ext cx="3528000" cy="468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8890">
            <a:solidFill>
              <a:srgbClr val="C3CBCE"/>
            </a:solidFill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b8ddbe9d44661"/>
          <a:stretch xmlns:a="http://schemas.openxmlformats.org/drawingml/2006/main"/>
        </p:blipFill>
        <p:spPr>
          <a:xfrm xmlns:a="http://schemas.openxmlformats.org/drawingml/2006/main">
            <a:off x="374552" y="2871000"/>
            <a:ext cx="690896" cy="414000"/>
          </a:xfrm>
          <a:prstGeom xmlns:a="http://schemas.openxmlformats.org/drawingml/2006/main" prst="rect">
            <a:avLst/>
          </a:prstGeom>
        </p:spPr>
      </p:pic>
      <p:sp>
        <p:nvSpPr>
          <p:cNvPr id="42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AD36733C-90CD-47D6-BE50-DFCC7F89FE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6000" y="2844000"/>
            <a:ext cx="2304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후보 순위</a:t>
            </a:r>
          </a:p>
        </p:txBody>
      </p:sp>
      <p:sp>
        <p:nvSpPr>
          <p:cNvPr id="43" name="line-17">
            <a:extLst xmlns:a="http://schemas.openxmlformats.org/drawingml/2006/main">
              <a:ext uri="{FF2B5EF4-FFF2-40B4-BE49-F238E27FC236}">
                <a16:creationId xmlns:a16="http://schemas.microsoft.com/office/drawing/2014/main" id="{76852892-DAD0-4366-B801-1C7E1DFDA9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726000" y="3078000"/>
            <a:ext cx="43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ysDot"/>
          </a:ln>
        </p:spPr>
      </p:sp>
    </p:spTree>
    <p:extLst>
      <p:ext uri="{BB962C8B-B14F-4D97-AF65-F5344CB8AC3E}">
        <p14:creationId xmlns:p14="http://schemas.microsoft.com/office/powerpoint/2010/main" val="1977399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COMET</dc:creator>
  <lastModifiedBy>COMET</lastModifiedBy>
  <dc:title>Presentation</dc:title>
  <dcterms:created xsi:type="dcterms:W3CDTF">2026-09-12T12:46:08.2410000Z</dcterms:created>
  <dcterms:modified xsi:type="dcterms:W3CDTF">2026-09-12T12:46:08.2410000Z</dcterms:modified>
</coreProperties>
</file>